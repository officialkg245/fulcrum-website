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8.xml"/>
  <Override ContentType="application/vnd.openxmlformats-officedocument.presentationml.notesSlide+xml" PartName="/ppt/notesSlides/notesSlide7.xml"/>
  <Override ContentType="application/vnd.openxmlformats-officedocument.presentationml.notesSlide+xml" PartName="/ppt/notesSlides/notesSlide2.xml"/>
  <Override ContentType="application/vnd.openxmlformats-officedocument.presentationml.notesSlide+xml" PartName="/ppt/notesSlides/notesSlide5.xml"/>
  <Override ContentType="application/vnd.openxmlformats-officedocument.presentationml.notesSlide+xml" PartName="/ppt/notesSlides/notesSlide4.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6.xml"/>
  <Override ContentType="application/vnd.openxmlformats-officedocument.presentationml.slide+xml" PartName="/ppt/slides/slide5.xml"/>
  <Override ContentType="application/vnd.openxmlformats-officedocument.presentationml.slide+xml" PartName="/ppt/slides/slide8.xml"/>
  <Override ContentType="application/vnd.openxmlformats-officedocument.presentationml.slide+xml" PartName="/ppt/slides/slide7.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48" r:id="rId4"/>
  </p:sldMasterIdLst>
  <p:notesMasterIdLst>
    <p:notesMasterId r:id="rId5"/>
  </p:notesMasterIdLst>
  <p:sldIdLst>
    <p:sldId id="256" r:id="rId6"/>
    <p:sldId id="257" r:id="rId7"/>
    <p:sldId id="258" r:id="rId8"/>
    <p:sldId id="259" r:id="rId9"/>
    <p:sldId id="260" r:id="rId10"/>
    <p:sldId id="261" r:id="rId11"/>
    <p:sldId id="262" r:id="rId12"/>
    <p:sldId id="263" r:id="rId13"/>
  </p:sldIdLst>
  <p:sldSz cy="6858000" cx="9144000"/>
  <p:notesSz cx="6858000" cy="9144000"/>
  <p:embeddedFontLst>
    <p:embeddedFont>
      <p:font typeface="Constantia"/>
      <p:regular r:id="rId14"/>
      <p:bold r:id="rId15"/>
      <p:italic r:id="rId16"/>
      <p:boldItalic r:id="rId17"/>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2160">
          <p15:clr>
            <a:srgbClr val="A4A3A4"/>
          </p15:clr>
        </p15:guide>
        <p15:guide id="2" pos="2880">
          <p15:clr>
            <a:srgbClr val="A4A3A4"/>
          </p15:clr>
        </p15:guide>
      </p15:sldGuideLst>
    </p:ext>
    <p:ext uri="GoogleSlidesCustomDataVersion2">
      <go:slidesCustomData xmlns:go="http://customooxmlschemas.google.com/" r:id="rId18" roundtripDataSignature="AMtx7mh3HlDyWtu4fbvCiQPhZTfGiMHLPw=="/>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2160" orient="horz"/>
        <p:guide pos="2880"/>
      </p:guideLst>
    </p:cSldViewPr>
  </p:slideViewPr>
</p:viewPr>
</file>

<file path=ppt/_rels/presentation.xml.rels><?xml version="1.0" encoding="UTF-8" standalone="yes"?><Relationships xmlns="http://schemas.openxmlformats.org/package/2006/relationships"><Relationship Id="rId11" Type="http://schemas.openxmlformats.org/officeDocument/2006/relationships/slide" Target="slides/slide6.xml"/><Relationship Id="rId10" Type="http://schemas.openxmlformats.org/officeDocument/2006/relationships/slide" Target="slides/slide5.xml"/><Relationship Id="rId13" Type="http://schemas.openxmlformats.org/officeDocument/2006/relationships/slide" Target="slides/slide8.xml"/><Relationship Id="rId12" Type="http://schemas.openxmlformats.org/officeDocument/2006/relationships/slide" Target="slides/slide7.xml"/><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15" Type="http://schemas.openxmlformats.org/officeDocument/2006/relationships/font" Target="fonts/Constantia-bold.fntdata"/><Relationship Id="rId14" Type="http://schemas.openxmlformats.org/officeDocument/2006/relationships/font" Target="fonts/Constantia-regular.fntdata"/><Relationship Id="rId17" Type="http://schemas.openxmlformats.org/officeDocument/2006/relationships/font" Target="fonts/Constantia-boldItalic.fntdata"/><Relationship Id="rId16" Type="http://schemas.openxmlformats.org/officeDocument/2006/relationships/font" Target="fonts/Constantia-italic.fntdata"/><Relationship Id="rId5" Type="http://schemas.openxmlformats.org/officeDocument/2006/relationships/notesMaster" Target="notesMasters/notesMaster1.xml"/><Relationship Id="rId6" Type="http://schemas.openxmlformats.org/officeDocument/2006/relationships/slide" Target="slides/slide1.xml"/><Relationship Id="rId18" Type="http://customschemas.google.com/relationships/presentationmetadata" Target="metadata"/><Relationship Id="rId7" Type="http://schemas.openxmlformats.org/officeDocument/2006/relationships/slide" Target="slides/slide2.xml"/><Relationship Id="rId8" Type="http://schemas.openxmlformats.org/officeDocument/2006/relationships/slide" Target="slides/slide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2971800" cy="457200"/>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4" name="Google Shape;4;n"/>
          <p:cNvSpPr txBox="1"/>
          <p:nvPr>
            <p:ph idx="10" type="dt"/>
          </p:nvPr>
        </p:nvSpPr>
        <p:spPr>
          <a:xfrm>
            <a:off x="3884613" y="0"/>
            <a:ext cx="2971800" cy="457200"/>
          </a:xfrm>
          <a:prstGeom prst="rect">
            <a:avLst/>
          </a:prstGeom>
          <a:noFill/>
          <a:ln>
            <a:noFill/>
          </a:ln>
        </p:spPr>
        <p:txBody>
          <a:bodyPr anchorCtr="0" anchor="t" bIns="45700" lIns="91425" spcFirstLastPara="1" rIns="91425" wrap="square" tIns="45700">
            <a:noAutofit/>
          </a:bodyPr>
          <a:lstStyle>
            <a:lvl1pPr lvl="0" marR="0" rtl="0" algn="r">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5" name="Google Shape;5;n"/>
          <p:cNvSpPr/>
          <p:nvPr>
            <p:ph idx="3"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lvl1pPr indent="-228600" lvl="0" marL="457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indent="-228600" lvl="1" marL="914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2pPr>
            <a:lvl3pPr indent="-228600" lvl="2" marL="1371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3pPr>
            <a:lvl4pPr indent="-228600" lvl="3" marL="1828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4pPr>
            <a:lvl5pPr indent="-228600" lvl="4" marL="22860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5pPr>
            <a:lvl6pPr indent="-228600" lvl="5" marL="2743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6pPr>
            <a:lvl7pPr indent="-228600" lvl="6" marL="3200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7pPr>
            <a:lvl8pPr indent="-228600" lvl="7" marL="3657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8pPr>
            <a:lvl9pPr indent="-228600" lvl="8" marL="4114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9pPr>
          </a:lstStyle>
          <a:p/>
        </p:txBody>
      </p:sp>
      <p:sp>
        <p:nvSpPr>
          <p:cNvPr id="7" name="Google Shape;7;n"/>
          <p:cNvSpPr txBox="1"/>
          <p:nvPr>
            <p:ph idx="11" type="ftr"/>
          </p:nvPr>
        </p:nvSpPr>
        <p:spPr>
          <a:xfrm>
            <a:off x="0" y="8685213"/>
            <a:ext cx="2971800" cy="457200"/>
          </a:xfrm>
          <a:prstGeom prst="rect">
            <a:avLst/>
          </a:prstGeom>
          <a:noFill/>
          <a:ln>
            <a:noFill/>
          </a:ln>
        </p:spPr>
        <p:txBody>
          <a:bodyPr anchorCtr="0" anchor="b"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8" name="Google Shape;8;n"/>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en-US" sz="1200" u="none" cap="none" strike="noStrike">
                <a:solidFill>
                  <a:schemeClr val="dk1"/>
                </a:solidFill>
                <a:latin typeface="Calibri"/>
                <a:ea typeface="Calibri"/>
                <a:cs typeface="Calibri"/>
                <a:sym typeface="Calibri"/>
              </a:rPr>
              <a:t>‹#›</a:t>
            </a:fld>
            <a:endParaRPr b="0" i="0" sz="1200" u="none" cap="none" strike="noStrike">
              <a:solidFill>
                <a:schemeClr val="dk1"/>
              </a:solidFill>
              <a:latin typeface="Calibri"/>
              <a:ea typeface="Calibri"/>
              <a:cs typeface="Calibri"/>
              <a:sym typeface="Calibri"/>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4" name="Shape 84"/>
        <p:cNvGrpSpPr/>
        <p:nvPr/>
      </p:nvGrpSpPr>
      <p:grpSpPr>
        <a:xfrm>
          <a:off x="0" y="0"/>
          <a:ext cx="0" cy="0"/>
          <a:chOff x="0" y="0"/>
          <a:chExt cx="0" cy="0"/>
        </a:xfrm>
      </p:grpSpPr>
      <p:sp>
        <p:nvSpPr>
          <p:cNvPr id="85" name="Google Shape;85;p1: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86" name="Google Shape;86;p1: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3" name="Shape 93"/>
        <p:cNvGrpSpPr/>
        <p:nvPr/>
      </p:nvGrpSpPr>
      <p:grpSpPr>
        <a:xfrm>
          <a:off x="0" y="0"/>
          <a:ext cx="0" cy="0"/>
          <a:chOff x="0" y="0"/>
          <a:chExt cx="0" cy="0"/>
        </a:xfrm>
      </p:grpSpPr>
      <p:sp>
        <p:nvSpPr>
          <p:cNvPr id="94" name="Google Shape;94;p2: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95" name="Google Shape;95;p2: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4" name="Shape 104"/>
        <p:cNvGrpSpPr/>
        <p:nvPr/>
      </p:nvGrpSpPr>
      <p:grpSpPr>
        <a:xfrm>
          <a:off x="0" y="0"/>
          <a:ext cx="0" cy="0"/>
          <a:chOff x="0" y="0"/>
          <a:chExt cx="0" cy="0"/>
        </a:xfrm>
      </p:grpSpPr>
      <p:sp>
        <p:nvSpPr>
          <p:cNvPr id="105" name="Google Shape;105;p3: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06" name="Google Shape;106;p3: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Overall, I think it good.  Revenue is an outcome of the relationship (transactional - to - strategic).  We could also consider other relationship related outcomes like trust, commitment, dependence, revenue generation, % of category spending, # of product lines purchased, relationship effectiveness, etc.</a:t>
            </a:r>
            <a:endParaRPr/>
          </a:p>
        </p:txBody>
      </p:sp>
      <p:sp>
        <p:nvSpPr>
          <p:cNvPr id="107" name="Google Shape;107;p3: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2" name="Shape 122"/>
        <p:cNvGrpSpPr/>
        <p:nvPr/>
      </p:nvGrpSpPr>
      <p:grpSpPr>
        <a:xfrm>
          <a:off x="0" y="0"/>
          <a:ext cx="0" cy="0"/>
          <a:chOff x="0" y="0"/>
          <a:chExt cx="0" cy="0"/>
        </a:xfrm>
      </p:grpSpPr>
      <p:sp>
        <p:nvSpPr>
          <p:cNvPr id="123" name="Google Shape;123;p6: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24" name="Google Shape;124;p6: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25" name="Google Shape;125;p6: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0" name="Shape 130"/>
        <p:cNvGrpSpPr/>
        <p:nvPr/>
      </p:nvGrpSpPr>
      <p:grpSpPr>
        <a:xfrm>
          <a:off x="0" y="0"/>
          <a:ext cx="0" cy="0"/>
          <a:chOff x="0" y="0"/>
          <a:chExt cx="0" cy="0"/>
        </a:xfrm>
      </p:grpSpPr>
      <p:sp>
        <p:nvSpPr>
          <p:cNvPr id="131" name="Google Shape;131;p7: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32" name="Google Shape;132;p7: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Market Orientation is reflective of the organization's culture.  Thus, sale only plays a part in its formation.  As you look back at this process, the value chain of the organization provides the "footing" upon which sales will operate.  For example, a product that is not in stock cannot be sold.  Salesforce.com is only as good as the information in the system and the ability of employees to utilize the system.  </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This perspective on market orientation is important because sales is often charge with "making the organization become market oriented."  </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Talk about sales "contribution to" Stuller's market orientation.</a:t>
            </a:r>
            <a:endParaRPr/>
          </a:p>
          <a:p>
            <a:pPr indent="0" lvl="0" marL="0" rtl="0" algn="l">
              <a:spcBef>
                <a:spcPts val="0"/>
              </a:spcBef>
              <a:spcAft>
                <a:spcPts val="0"/>
              </a:spcAft>
              <a:buNone/>
            </a:pPr>
            <a:r>
              <a:t/>
            </a:r>
            <a:endParaRPr/>
          </a:p>
        </p:txBody>
      </p:sp>
      <p:sp>
        <p:nvSpPr>
          <p:cNvPr id="133" name="Google Shape;133;p7: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7" name="Shape 137"/>
        <p:cNvGrpSpPr/>
        <p:nvPr/>
      </p:nvGrpSpPr>
      <p:grpSpPr>
        <a:xfrm>
          <a:off x="0" y="0"/>
          <a:ext cx="0" cy="0"/>
          <a:chOff x="0" y="0"/>
          <a:chExt cx="0" cy="0"/>
        </a:xfrm>
      </p:grpSpPr>
      <p:sp>
        <p:nvSpPr>
          <p:cNvPr id="138" name="Google Shape;138;p8: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39" name="Google Shape;139;p8: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8" name="Shape 148"/>
        <p:cNvGrpSpPr/>
        <p:nvPr/>
      </p:nvGrpSpPr>
      <p:grpSpPr>
        <a:xfrm>
          <a:off x="0" y="0"/>
          <a:ext cx="0" cy="0"/>
          <a:chOff x="0" y="0"/>
          <a:chExt cx="0" cy="0"/>
        </a:xfrm>
      </p:grpSpPr>
      <p:sp>
        <p:nvSpPr>
          <p:cNvPr id="149" name="Google Shape;149;p9: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50" name="Google Shape;150;p9: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8" name="Shape 158"/>
        <p:cNvGrpSpPr/>
        <p:nvPr/>
      </p:nvGrpSpPr>
      <p:grpSpPr>
        <a:xfrm>
          <a:off x="0" y="0"/>
          <a:ext cx="0" cy="0"/>
          <a:chOff x="0" y="0"/>
          <a:chExt cx="0" cy="0"/>
        </a:xfrm>
      </p:grpSpPr>
      <p:sp>
        <p:nvSpPr>
          <p:cNvPr id="159" name="Google Shape;159;p10: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60" name="Google Shape;160;p10: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15" name="Shape 15"/>
        <p:cNvGrpSpPr/>
        <p:nvPr/>
      </p:nvGrpSpPr>
      <p:grpSpPr>
        <a:xfrm>
          <a:off x="0" y="0"/>
          <a:ext cx="0" cy="0"/>
          <a:chOff x="0" y="0"/>
          <a:chExt cx="0" cy="0"/>
        </a:xfrm>
      </p:grpSpPr>
      <p:sp>
        <p:nvSpPr>
          <p:cNvPr id="16" name="Google Shape;16;p17"/>
          <p:cNvSpPr txBox="1"/>
          <p:nvPr>
            <p:ph type="ctrTitle"/>
          </p:nvPr>
        </p:nvSpPr>
        <p:spPr>
          <a:xfrm>
            <a:off x="685800" y="2130425"/>
            <a:ext cx="7772400" cy="1470025"/>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7" name="Google Shape;17;p17"/>
          <p:cNvSpPr txBox="1"/>
          <p:nvPr>
            <p:ph idx="1" type="subTitle"/>
          </p:nvPr>
        </p:nvSpPr>
        <p:spPr>
          <a:xfrm>
            <a:off x="1371600" y="3886200"/>
            <a:ext cx="6400800" cy="1752600"/>
          </a:xfrm>
          <a:prstGeom prst="rect">
            <a:avLst/>
          </a:prstGeom>
          <a:noFill/>
          <a:ln>
            <a:noFill/>
          </a:ln>
        </p:spPr>
        <p:txBody>
          <a:bodyPr anchorCtr="0" anchor="t" bIns="45700" lIns="91425" spcFirstLastPara="1" rIns="91425" wrap="square" tIns="45700">
            <a:normAutofit/>
          </a:bodyPr>
          <a:lstStyle>
            <a:lvl1pPr lvl="0" algn="ctr">
              <a:spcBef>
                <a:spcPts val="640"/>
              </a:spcBef>
              <a:spcAft>
                <a:spcPts val="0"/>
              </a:spcAft>
              <a:buClr>
                <a:srgbClr val="888888"/>
              </a:buClr>
              <a:buSzPts val="3200"/>
              <a:buNone/>
              <a:defRPr>
                <a:solidFill>
                  <a:srgbClr val="888888"/>
                </a:solidFill>
              </a:defRPr>
            </a:lvl1pPr>
            <a:lvl2pPr lvl="1" algn="ctr">
              <a:spcBef>
                <a:spcPts val="560"/>
              </a:spcBef>
              <a:spcAft>
                <a:spcPts val="0"/>
              </a:spcAft>
              <a:buClr>
                <a:srgbClr val="888888"/>
              </a:buClr>
              <a:buSzPts val="2800"/>
              <a:buNone/>
              <a:defRPr>
                <a:solidFill>
                  <a:srgbClr val="888888"/>
                </a:solidFill>
              </a:defRPr>
            </a:lvl2pPr>
            <a:lvl3pPr lvl="2" algn="ctr">
              <a:spcBef>
                <a:spcPts val="480"/>
              </a:spcBef>
              <a:spcAft>
                <a:spcPts val="0"/>
              </a:spcAft>
              <a:buClr>
                <a:srgbClr val="888888"/>
              </a:buClr>
              <a:buSzPts val="2400"/>
              <a:buNone/>
              <a:defRPr>
                <a:solidFill>
                  <a:srgbClr val="888888"/>
                </a:solidFill>
              </a:defRPr>
            </a:lvl3pPr>
            <a:lvl4pPr lvl="3" algn="ctr">
              <a:spcBef>
                <a:spcPts val="400"/>
              </a:spcBef>
              <a:spcAft>
                <a:spcPts val="0"/>
              </a:spcAft>
              <a:buClr>
                <a:srgbClr val="888888"/>
              </a:buClr>
              <a:buSzPts val="2000"/>
              <a:buNone/>
              <a:defRPr>
                <a:solidFill>
                  <a:srgbClr val="888888"/>
                </a:solidFill>
              </a:defRPr>
            </a:lvl4pPr>
            <a:lvl5pPr lvl="4" algn="ctr">
              <a:spcBef>
                <a:spcPts val="400"/>
              </a:spcBef>
              <a:spcAft>
                <a:spcPts val="0"/>
              </a:spcAft>
              <a:buClr>
                <a:srgbClr val="888888"/>
              </a:buClr>
              <a:buSzPts val="2000"/>
              <a:buNone/>
              <a:defRPr>
                <a:solidFill>
                  <a:srgbClr val="888888"/>
                </a:solidFill>
              </a:defRPr>
            </a:lvl5pPr>
            <a:lvl6pPr lvl="5" algn="ctr">
              <a:spcBef>
                <a:spcPts val="400"/>
              </a:spcBef>
              <a:spcAft>
                <a:spcPts val="0"/>
              </a:spcAft>
              <a:buClr>
                <a:srgbClr val="888888"/>
              </a:buClr>
              <a:buSzPts val="2000"/>
              <a:buNone/>
              <a:defRPr>
                <a:solidFill>
                  <a:srgbClr val="888888"/>
                </a:solidFill>
              </a:defRPr>
            </a:lvl6pPr>
            <a:lvl7pPr lvl="6" algn="ctr">
              <a:spcBef>
                <a:spcPts val="400"/>
              </a:spcBef>
              <a:spcAft>
                <a:spcPts val="0"/>
              </a:spcAft>
              <a:buClr>
                <a:srgbClr val="888888"/>
              </a:buClr>
              <a:buSzPts val="2000"/>
              <a:buNone/>
              <a:defRPr>
                <a:solidFill>
                  <a:srgbClr val="888888"/>
                </a:solidFill>
              </a:defRPr>
            </a:lvl7pPr>
            <a:lvl8pPr lvl="7" algn="ctr">
              <a:spcBef>
                <a:spcPts val="400"/>
              </a:spcBef>
              <a:spcAft>
                <a:spcPts val="0"/>
              </a:spcAft>
              <a:buClr>
                <a:srgbClr val="888888"/>
              </a:buClr>
              <a:buSzPts val="2000"/>
              <a:buNone/>
              <a:defRPr>
                <a:solidFill>
                  <a:srgbClr val="888888"/>
                </a:solidFill>
              </a:defRPr>
            </a:lvl8pPr>
            <a:lvl9pPr lvl="8" algn="ctr">
              <a:spcBef>
                <a:spcPts val="400"/>
              </a:spcBef>
              <a:spcAft>
                <a:spcPts val="0"/>
              </a:spcAft>
              <a:buClr>
                <a:srgbClr val="888888"/>
              </a:buClr>
              <a:buSzPts val="2000"/>
              <a:buNone/>
              <a:defRPr>
                <a:solidFill>
                  <a:srgbClr val="888888"/>
                </a:solidFill>
              </a:defRPr>
            </a:lvl9pPr>
          </a:lstStyle>
          <a:p/>
        </p:txBody>
      </p:sp>
      <p:sp>
        <p:nvSpPr>
          <p:cNvPr id="18" name="Google Shape;18;p17"/>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9" name="Google Shape;19;p17"/>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0" name="Google Shape;20;p17"/>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21" name="Shape 21"/>
        <p:cNvGrpSpPr/>
        <p:nvPr/>
      </p:nvGrpSpPr>
      <p:grpSpPr>
        <a:xfrm>
          <a:off x="0" y="0"/>
          <a:ext cx="0" cy="0"/>
          <a:chOff x="0" y="0"/>
          <a:chExt cx="0" cy="0"/>
        </a:xfrm>
      </p:grpSpPr>
      <p:sp>
        <p:nvSpPr>
          <p:cNvPr id="22" name="Google Shape;22;p18"/>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3" name="Google Shape;23;p18"/>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24" name="Google Shape;24;p18"/>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5" name="Google Shape;25;p18"/>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6" name="Google Shape;26;p18"/>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27" name="Shape 27"/>
        <p:cNvGrpSpPr/>
        <p:nvPr/>
      </p:nvGrpSpPr>
      <p:grpSpPr>
        <a:xfrm>
          <a:off x="0" y="0"/>
          <a:ext cx="0" cy="0"/>
          <a:chOff x="0" y="0"/>
          <a:chExt cx="0" cy="0"/>
        </a:xfrm>
      </p:grpSpPr>
      <p:sp>
        <p:nvSpPr>
          <p:cNvPr id="28" name="Google Shape;28;p19"/>
          <p:cNvSpPr txBox="1"/>
          <p:nvPr>
            <p:ph type="title"/>
          </p:nvPr>
        </p:nvSpPr>
        <p:spPr>
          <a:xfrm>
            <a:off x="722313" y="4406900"/>
            <a:ext cx="7772400" cy="1362075"/>
          </a:xfrm>
          <a:prstGeom prst="rect">
            <a:avLst/>
          </a:prstGeom>
          <a:noFill/>
          <a:ln>
            <a:noFill/>
          </a:ln>
        </p:spPr>
        <p:txBody>
          <a:bodyPr anchorCtr="0" anchor="t" bIns="45700" lIns="91425" spcFirstLastPara="1" rIns="91425" wrap="square" tIns="45700">
            <a:normAutofit/>
          </a:bodyPr>
          <a:lstStyle>
            <a:lvl1pPr lvl="0" algn="l">
              <a:spcBef>
                <a:spcPts val="0"/>
              </a:spcBef>
              <a:spcAft>
                <a:spcPts val="0"/>
              </a:spcAft>
              <a:buClr>
                <a:schemeClr val="dk1"/>
              </a:buClr>
              <a:buSzPts val="4000"/>
              <a:buFont typeface="Calibri"/>
              <a:buNone/>
              <a:defRPr b="1" sz="4000" cap="none"/>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9" name="Google Shape;29;p19"/>
          <p:cNvSpPr txBox="1"/>
          <p:nvPr>
            <p:ph idx="1" type="body"/>
          </p:nvPr>
        </p:nvSpPr>
        <p:spPr>
          <a:xfrm>
            <a:off x="722313" y="2906713"/>
            <a:ext cx="7772400" cy="1500187"/>
          </a:xfrm>
          <a:prstGeom prst="rect">
            <a:avLst/>
          </a:prstGeom>
          <a:noFill/>
          <a:ln>
            <a:noFill/>
          </a:ln>
        </p:spPr>
        <p:txBody>
          <a:bodyPr anchorCtr="0" anchor="b" bIns="45700" lIns="91425" spcFirstLastPara="1" rIns="91425" wrap="square" tIns="45700">
            <a:normAutofit/>
          </a:bodyPr>
          <a:lstStyle>
            <a:lvl1pPr indent="-228600" lvl="0" marL="457200" algn="l">
              <a:spcBef>
                <a:spcPts val="400"/>
              </a:spcBef>
              <a:spcAft>
                <a:spcPts val="0"/>
              </a:spcAft>
              <a:buClr>
                <a:srgbClr val="888888"/>
              </a:buClr>
              <a:buSzPts val="2000"/>
              <a:buNone/>
              <a:defRPr sz="2000">
                <a:solidFill>
                  <a:srgbClr val="888888"/>
                </a:solidFill>
              </a:defRPr>
            </a:lvl1pPr>
            <a:lvl2pPr indent="-228600" lvl="1" marL="914400" algn="l">
              <a:spcBef>
                <a:spcPts val="360"/>
              </a:spcBef>
              <a:spcAft>
                <a:spcPts val="0"/>
              </a:spcAft>
              <a:buClr>
                <a:srgbClr val="888888"/>
              </a:buClr>
              <a:buSzPts val="1800"/>
              <a:buNone/>
              <a:defRPr sz="1800">
                <a:solidFill>
                  <a:srgbClr val="888888"/>
                </a:solidFill>
              </a:defRPr>
            </a:lvl2pPr>
            <a:lvl3pPr indent="-228600" lvl="2" marL="1371600" algn="l">
              <a:spcBef>
                <a:spcPts val="320"/>
              </a:spcBef>
              <a:spcAft>
                <a:spcPts val="0"/>
              </a:spcAft>
              <a:buClr>
                <a:srgbClr val="888888"/>
              </a:buClr>
              <a:buSzPts val="1600"/>
              <a:buNone/>
              <a:defRPr sz="1600">
                <a:solidFill>
                  <a:srgbClr val="888888"/>
                </a:solidFill>
              </a:defRPr>
            </a:lvl3pPr>
            <a:lvl4pPr indent="-228600" lvl="3" marL="1828800" algn="l">
              <a:spcBef>
                <a:spcPts val="280"/>
              </a:spcBef>
              <a:spcAft>
                <a:spcPts val="0"/>
              </a:spcAft>
              <a:buClr>
                <a:srgbClr val="888888"/>
              </a:buClr>
              <a:buSzPts val="1400"/>
              <a:buNone/>
              <a:defRPr sz="1400">
                <a:solidFill>
                  <a:srgbClr val="888888"/>
                </a:solidFill>
              </a:defRPr>
            </a:lvl4pPr>
            <a:lvl5pPr indent="-228600" lvl="4" marL="2286000" algn="l">
              <a:spcBef>
                <a:spcPts val="280"/>
              </a:spcBef>
              <a:spcAft>
                <a:spcPts val="0"/>
              </a:spcAft>
              <a:buClr>
                <a:srgbClr val="888888"/>
              </a:buClr>
              <a:buSzPts val="1400"/>
              <a:buNone/>
              <a:defRPr sz="1400">
                <a:solidFill>
                  <a:srgbClr val="888888"/>
                </a:solidFill>
              </a:defRPr>
            </a:lvl5pPr>
            <a:lvl6pPr indent="-228600" lvl="5" marL="2743200" algn="l">
              <a:spcBef>
                <a:spcPts val="280"/>
              </a:spcBef>
              <a:spcAft>
                <a:spcPts val="0"/>
              </a:spcAft>
              <a:buClr>
                <a:srgbClr val="888888"/>
              </a:buClr>
              <a:buSzPts val="1400"/>
              <a:buNone/>
              <a:defRPr sz="1400">
                <a:solidFill>
                  <a:srgbClr val="888888"/>
                </a:solidFill>
              </a:defRPr>
            </a:lvl6pPr>
            <a:lvl7pPr indent="-228600" lvl="6" marL="3200400" algn="l">
              <a:spcBef>
                <a:spcPts val="280"/>
              </a:spcBef>
              <a:spcAft>
                <a:spcPts val="0"/>
              </a:spcAft>
              <a:buClr>
                <a:srgbClr val="888888"/>
              </a:buClr>
              <a:buSzPts val="1400"/>
              <a:buNone/>
              <a:defRPr sz="1400">
                <a:solidFill>
                  <a:srgbClr val="888888"/>
                </a:solidFill>
              </a:defRPr>
            </a:lvl7pPr>
            <a:lvl8pPr indent="-228600" lvl="7" marL="3657600" algn="l">
              <a:spcBef>
                <a:spcPts val="280"/>
              </a:spcBef>
              <a:spcAft>
                <a:spcPts val="0"/>
              </a:spcAft>
              <a:buClr>
                <a:srgbClr val="888888"/>
              </a:buClr>
              <a:buSzPts val="1400"/>
              <a:buNone/>
              <a:defRPr sz="1400">
                <a:solidFill>
                  <a:srgbClr val="888888"/>
                </a:solidFill>
              </a:defRPr>
            </a:lvl8pPr>
            <a:lvl9pPr indent="-228600" lvl="8" marL="4114800" algn="l">
              <a:spcBef>
                <a:spcPts val="280"/>
              </a:spcBef>
              <a:spcAft>
                <a:spcPts val="0"/>
              </a:spcAft>
              <a:buClr>
                <a:srgbClr val="888888"/>
              </a:buClr>
              <a:buSzPts val="1400"/>
              <a:buNone/>
              <a:defRPr sz="1400">
                <a:solidFill>
                  <a:srgbClr val="888888"/>
                </a:solidFill>
              </a:defRPr>
            </a:lvl9pPr>
          </a:lstStyle>
          <a:p/>
        </p:txBody>
      </p:sp>
      <p:sp>
        <p:nvSpPr>
          <p:cNvPr id="30" name="Google Shape;30;p19"/>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1" name="Google Shape;31;p19"/>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2" name="Google Shape;32;p19"/>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33" name="Shape 33"/>
        <p:cNvGrpSpPr/>
        <p:nvPr/>
      </p:nvGrpSpPr>
      <p:grpSpPr>
        <a:xfrm>
          <a:off x="0" y="0"/>
          <a:ext cx="0" cy="0"/>
          <a:chOff x="0" y="0"/>
          <a:chExt cx="0" cy="0"/>
        </a:xfrm>
      </p:grpSpPr>
      <p:sp>
        <p:nvSpPr>
          <p:cNvPr id="34" name="Google Shape;34;p20"/>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5" name="Google Shape;35;p20"/>
          <p:cNvSpPr txBox="1"/>
          <p:nvPr>
            <p:ph idx="1" type="body"/>
          </p:nvPr>
        </p:nvSpPr>
        <p:spPr>
          <a:xfrm>
            <a:off x="457200" y="1600200"/>
            <a:ext cx="4038600" cy="4525963"/>
          </a:xfrm>
          <a:prstGeom prst="rect">
            <a:avLst/>
          </a:prstGeom>
          <a:noFill/>
          <a:ln>
            <a:noFill/>
          </a:ln>
        </p:spPr>
        <p:txBody>
          <a:bodyPr anchorCtr="0" anchor="t" bIns="45700" lIns="91425" spcFirstLastPara="1" rIns="91425" wrap="square" tIns="45700">
            <a:normAutofit/>
          </a:bodyPr>
          <a:lstStyle>
            <a:lvl1pPr indent="-406400" lvl="0" marL="457200" algn="l">
              <a:spcBef>
                <a:spcPts val="560"/>
              </a:spcBef>
              <a:spcAft>
                <a:spcPts val="0"/>
              </a:spcAft>
              <a:buClr>
                <a:schemeClr val="dk1"/>
              </a:buClr>
              <a:buSzPts val="2800"/>
              <a:buChar char="•"/>
              <a:defRPr sz="2800"/>
            </a:lvl1pPr>
            <a:lvl2pPr indent="-381000" lvl="1" marL="914400" algn="l">
              <a:spcBef>
                <a:spcPts val="480"/>
              </a:spcBef>
              <a:spcAft>
                <a:spcPts val="0"/>
              </a:spcAft>
              <a:buClr>
                <a:schemeClr val="dk1"/>
              </a:buClr>
              <a:buSzPts val="2400"/>
              <a:buChar char="–"/>
              <a:defRPr sz="2400"/>
            </a:lvl2pPr>
            <a:lvl3pPr indent="-355600" lvl="2" marL="1371600" algn="l">
              <a:spcBef>
                <a:spcPts val="400"/>
              </a:spcBef>
              <a:spcAft>
                <a:spcPts val="0"/>
              </a:spcAft>
              <a:buClr>
                <a:schemeClr val="dk1"/>
              </a:buClr>
              <a:buSzPts val="2000"/>
              <a:buChar char="•"/>
              <a:defRPr sz="2000"/>
            </a:lvl3pPr>
            <a:lvl4pPr indent="-342900" lvl="3" marL="1828800" algn="l">
              <a:spcBef>
                <a:spcPts val="360"/>
              </a:spcBef>
              <a:spcAft>
                <a:spcPts val="0"/>
              </a:spcAft>
              <a:buClr>
                <a:schemeClr val="dk1"/>
              </a:buClr>
              <a:buSzPts val="1800"/>
              <a:buChar char="–"/>
              <a:defRPr sz="1800"/>
            </a:lvl4pPr>
            <a:lvl5pPr indent="-342900" lvl="4" marL="2286000" algn="l">
              <a:spcBef>
                <a:spcPts val="360"/>
              </a:spcBef>
              <a:spcAft>
                <a:spcPts val="0"/>
              </a:spcAft>
              <a:buClr>
                <a:schemeClr val="dk1"/>
              </a:buClr>
              <a:buSzPts val="1800"/>
              <a:buChar char="»"/>
              <a:defRPr sz="1800"/>
            </a:lvl5pPr>
            <a:lvl6pPr indent="-342900" lvl="5" marL="2743200" algn="l">
              <a:spcBef>
                <a:spcPts val="360"/>
              </a:spcBef>
              <a:spcAft>
                <a:spcPts val="0"/>
              </a:spcAft>
              <a:buClr>
                <a:schemeClr val="dk1"/>
              </a:buClr>
              <a:buSzPts val="1800"/>
              <a:buChar char="•"/>
              <a:defRPr sz="1800"/>
            </a:lvl6pPr>
            <a:lvl7pPr indent="-342900" lvl="6" marL="3200400" algn="l">
              <a:spcBef>
                <a:spcPts val="360"/>
              </a:spcBef>
              <a:spcAft>
                <a:spcPts val="0"/>
              </a:spcAft>
              <a:buClr>
                <a:schemeClr val="dk1"/>
              </a:buClr>
              <a:buSzPts val="1800"/>
              <a:buChar char="•"/>
              <a:defRPr sz="1800"/>
            </a:lvl7pPr>
            <a:lvl8pPr indent="-342900" lvl="7" marL="3657600" algn="l">
              <a:spcBef>
                <a:spcPts val="360"/>
              </a:spcBef>
              <a:spcAft>
                <a:spcPts val="0"/>
              </a:spcAft>
              <a:buClr>
                <a:schemeClr val="dk1"/>
              </a:buClr>
              <a:buSzPts val="1800"/>
              <a:buChar char="•"/>
              <a:defRPr sz="1800"/>
            </a:lvl8pPr>
            <a:lvl9pPr indent="-342900" lvl="8" marL="4114800" algn="l">
              <a:spcBef>
                <a:spcPts val="360"/>
              </a:spcBef>
              <a:spcAft>
                <a:spcPts val="0"/>
              </a:spcAft>
              <a:buClr>
                <a:schemeClr val="dk1"/>
              </a:buClr>
              <a:buSzPts val="1800"/>
              <a:buChar char="•"/>
              <a:defRPr sz="1800"/>
            </a:lvl9pPr>
          </a:lstStyle>
          <a:p/>
        </p:txBody>
      </p:sp>
      <p:sp>
        <p:nvSpPr>
          <p:cNvPr id="36" name="Google Shape;36;p20"/>
          <p:cNvSpPr txBox="1"/>
          <p:nvPr>
            <p:ph idx="2" type="body"/>
          </p:nvPr>
        </p:nvSpPr>
        <p:spPr>
          <a:xfrm>
            <a:off x="4648200" y="1600200"/>
            <a:ext cx="4038600" cy="4525963"/>
          </a:xfrm>
          <a:prstGeom prst="rect">
            <a:avLst/>
          </a:prstGeom>
          <a:noFill/>
          <a:ln>
            <a:noFill/>
          </a:ln>
        </p:spPr>
        <p:txBody>
          <a:bodyPr anchorCtr="0" anchor="t" bIns="45700" lIns="91425" spcFirstLastPara="1" rIns="91425" wrap="square" tIns="45700">
            <a:normAutofit/>
          </a:bodyPr>
          <a:lstStyle>
            <a:lvl1pPr indent="-406400" lvl="0" marL="457200" algn="l">
              <a:spcBef>
                <a:spcPts val="560"/>
              </a:spcBef>
              <a:spcAft>
                <a:spcPts val="0"/>
              </a:spcAft>
              <a:buClr>
                <a:schemeClr val="dk1"/>
              </a:buClr>
              <a:buSzPts val="2800"/>
              <a:buChar char="•"/>
              <a:defRPr sz="2800"/>
            </a:lvl1pPr>
            <a:lvl2pPr indent="-381000" lvl="1" marL="914400" algn="l">
              <a:spcBef>
                <a:spcPts val="480"/>
              </a:spcBef>
              <a:spcAft>
                <a:spcPts val="0"/>
              </a:spcAft>
              <a:buClr>
                <a:schemeClr val="dk1"/>
              </a:buClr>
              <a:buSzPts val="2400"/>
              <a:buChar char="–"/>
              <a:defRPr sz="2400"/>
            </a:lvl2pPr>
            <a:lvl3pPr indent="-355600" lvl="2" marL="1371600" algn="l">
              <a:spcBef>
                <a:spcPts val="400"/>
              </a:spcBef>
              <a:spcAft>
                <a:spcPts val="0"/>
              </a:spcAft>
              <a:buClr>
                <a:schemeClr val="dk1"/>
              </a:buClr>
              <a:buSzPts val="2000"/>
              <a:buChar char="•"/>
              <a:defRPr sz="2000"/>
            </a:lvl3pPr>
            <a:lvl4pPr indent="-342900" lvl="3" marL="1828800" algn="l">
              <a:spcBef>
                <a:spcPts val="360"/>
              </a:spcBef>
              <a:spcAft>
                <a:spcPts val="0"/>
              </a:spcAft>
              <a:buClr>
                <a:schemeClr val="dk1"/>
              </a:buClr>
              <a:buSzPts val="1800"/>
              <a:buChar char="–"/>
              <a:defRPr sz="1800"/>
            </a:lvl4pPr>
            <a:lvl5pPr indent="-342900" lvl="4" marL="2286000" algn="l">
              <a:spcBef>
                <a:spcPts val="360"/>
              </a:spcBef>
              <a:spcAft>
                <a:spcPts val="0"/>
              </a:spcAft>
              <a:buClr>
                <a:schemeClr val="dk1"/>
              </a:buClr>
              <a:buSzPts val="1800"/>
              <a:buChar char="»"/>
              <a:defRPr sz="1800"/>
            </a:lvl5pPr>
            <a:lvl6pPr indent="-342900" lvl="5" marL="2743200" algn="l">
              <a:spcBef>
                <a:spcPts val="360"/>
              </a:spcBef>
              <a:spcAft>
                <a:spcPts val="0"/>
              </a:spcAft>
              <a:buClr>
                <a:schemeClr val="dk1"/>
              </a:buClr>
              <a:buSzPts val="1800"/>
              <a:buChar char="•"/>
              <a:defRPr sz="1800"/>
            </a:lvl6pPr>
            <a:lvl7pPr indent="-342900" lvl="6" marL="3200400" algn="l">
              <a:spcBef>
                <a:spcPts val="360"/>
              </a:spcBef>
              <a:spcAft>
                <a:spcPts val="0"/>
              </a:spcAft>
              <a:buClr>
                <a:schemeClr val="dk1"/>
              </a:buClr>
              <a:buSzPts val="1800"/>
              <a:buChar char="•"/>
              <a:defRPr sz="1800"/>
            </a:lvl7pPr>
            <a:lvl8pPr indent="-342900" lvl="7" marL="3657600" algn="l">
              <a:spcBef>
                <a:spcPts val="360"/>
              </a:spcBef>
              <a:spcAft>
                <a:spcPts val="0"/>
              </a:spcAft>
              <a:buClr>
                <a:schemeClr val="dk1"/>
              </a:buClr>
              <a:buSzPts val="1800"/>
              <a:buChar char="•"/>
              <a:defRPr sz="1800"/>
            </a:lvl8pPr>
            <a:lvl9pPr indent="-342900" lvl="8" marL="4114800" algn="l">
              <a:spcBef>
                <a:spcPts val="360"/>
              </a:spcBef>
              <a:spcAft>
                <a:spcPts val="0"/>
              </a:spcAft>
              <a:buClr>
                <a:schemeClr val="dk1"/>
              </a:buClr>
              <a:buSzPts val="1800"/>
              <a:buChar char="•"/>
              <a:defRPr sz="1800"/>
            </a:lvl9pPr>
          </a:lstStyle>
          <a:p/>
        </p:txBody>
      </p:sp>
      <p:sp>
        <p:nvSpPr>
          <p:cNvPr id="37" name="Google Shape;37;p20"/>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8" name="Google Shape;38;p20"/>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9" name="Google Shape;39;p20"/>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40" name="Shape 40"/>
        <p:cNvGrpSpPr/>
        <p:nvPr/>
      </p:nvGrpSpPr>
      <p:grpSpPr>
        <a:xfrm>
          <a:off x="0" y="0"/>
          <a:ext cx="0" cy="0"/>
          <a:chOff x="0" y="0"/>
          <a:chExt cx="0" cy="0"/>
        </a:xfrm>
      </p:grpSpPr>
      <p:sp>
        <p:nvSpPr>
          <p:cNvPr id="41" name="Google Shape;41;p21"/>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4400"/>
              <a:buFont typeface="Calibri"/>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2" name="Google Shape;42;p21"/>
          <p:cNvSpPr txBox="1"/>
          <p:nvPr>
            <p:ph idx="1" type="body"/>
          </p:nvPr>
        </p:nvSpPr>
        <p:spPr>
          <a:xfrm>
            <a:off x="457200" y="1535113"/>
            <a:ext cx="4040188" cy="639762"/>
          </a:xfrm>
          <a:prstGeom prst="rect">
            <a:avLst/>
          </a:prstGeom>
          <a:noFill/>
          <a:ln>
            <a:noFill/>
          </a:ln>
        </p:spPr>
        <p:txBody>
          <a:bodyPr anchorCtr="0" anchor="b" bIns="45700" lIns="91425" spcFirstLastPara="1" rIns="91425" wrap="square" tIns="45700">
            <a:normAutofit/>
          </a:bodyPr>
          <a:lstStyle>
            <a:lvl1pPr indent="-228600" lvl="0" marL="457200" algn="l">
              <a:spcBef>
                <a:spcPts val="480"/>
              </a:spcBef>
              <a:spcAft>
                <a:spcPts val="0"/>
              </a:spcAft>
              <a:buClr>
                <a:schemeClr val="dk1"/>
              </a:buClr>
              <a:buSzPts val="2400"/>
              <a:buNone/>
              <a:defRPr b="1" sz="2400"/>
            </a:lvl1pPr>
            <a:lvl2pPr indent="-228600" lvl="1" marL="914400" algn="l">
              <a:spcBef>
                <a:spcPts val="400"/>
              </a:spcBef>
              <a:spcAft>
                <a:spcPts val="0"/>
              </a:spcAft>
              <a:buClr>
                <a:schemeClr val="dk1"/>
              </a:buClr>
              <a:buSzPts val="2000"/>
              <a:buNone/>
              <a:defRPr b="1" sz="2000"/>
            </a:lvl2pPr>
            <a:lvl3pPr indent="-228600" lvl="2" marL="1371600" algn="l">
              <a:spcBef>
                <a:spcPts val="360"/>
              </a:spcBef>
              <a:spcAft>
                <a:spcPts val="0"/>
              </a:spcAft>
              <a:buClr>
                <a:schemeClr val="dk1"/>
              </a:buClr>
              <a:buSzPts val="1800"/>
              <a:buNone/>
              <a:defRPr b="1" sz="1800"/>
            </a:lvl3pPr>
            <a:lvl4pPr indent="-228600" lvl="3" marL="1828800" algn="l">
              <a:spcBef>
                <a:spcPts val="320"/>
              </a:spcBef>
              <a:spcAft>
                <a:spcPts val="0"/>
              </a:spcAft>
              <a:buClr>
                <a:schemeClr val="dk1"/>
              </a:buClr>
              <a:buSzPts val="1600"/>
              <a:buNone/>
              <a:defRPr b="1" sz="1600"/>
            </a:lvl4pPr>
            <a:lvl5pPr indent="-228600" lvl="4" marL="2286000" algn="l">
              <a:spcBef>
                <a:spcPts val="320"/>
              </a:spcBef>
              <a:spcAft>
                <a:spcPts val="0"/>
              </a:spcAft>
              <a:buClr>
                <a:schemeClr val="dk1"/>
              </a:buClr>
              <a:buSzPts val="1600"/>
              <a:buNone/>
              <a:defRPr b="1" sz="1600"/>
            </a:lvl5pPr>
            <a:lvl6pPr indent="-228600" lvl="5" marL="2743200" algn="l">
              <a:spcBef>
                <a:spcPts val="320"/>
              </a:spcBef>
              <a:spcAft>
                <a:spcPts val="0"/>
              </a:spcAft>
              <a:buClr>
                <a:schemeClr val="dk1"/>
              </a:buClr>
              <a:buSzPts val="1600"/>
              <a:buNone/>
              <a:defRPr b="1" sz="1600"/>
            </a:lvl6pPr>
            <a:lvl7pPr indent="-228600" lvl="6" marL="3200400" algn="l">
              <a:spcBef>
                <a:spcPts val="320"/>
              </a:spcBef>
              <a:spcAft>
                <a:spcPts val="0"/>
              </a:spcAft>
              <a:buClr>
                <a:schemeClr val="dk1"/>
              </a:buClr>
              <a:buSzPts val="1600"/>
              <a:buNone/>
              <a:defRPr b="1" sz="1600"/>
            </a:lvl7pPr>
            <a:lvl8pPr indent="-228600" lvl="7" marL="3657600" algn="l">
              <a:spcBef>
                <a:spcPts val="320"/>
              </a:spcBef>
              <a:spcAft>
                <a:spcPts val="0"/>
              </a:spcAft>
              <a:buClr>
                <a:schemeClr val="dk1"/>
              </a:buClr>
              <a:buSzPts val="1600"/>
              <a:buNone/>
              <a:defRPr b="1" sz="1600"/>
            </a:lvl8pPr>
            <a:lvl9pPr indent="-228600" lvl="8" marL="4114800" algn="l">
              <a:spcBef>
                <a:spcPts val="320"/>
              </a:spcBef>
              <a:spcAft>
                <a:spcPts val="0"/>
              </a:spcAft>
              <a:buClr>
                <a:schemeClr val="dk1"/>
              </a:buClr>
              <a:buSzPts val="1600"/>
              <a:buNone/>
              <a:defRPr b="1" sz="1600"/>
            </a:lvl9pPr>
          </a:lstStyle>
          <a:p/>
        </p:txBody>
      </p:sp>
      <p:sp>
        <p:nvSpPr>
          <p:cNvPr id="43" name="Google Shape;43;p21"/>
          <p:cNvSpPr txBox="1"/>
          <p:nvPr>
            <p:ph idx="2" type="body"/>
          </p:nvPr>
        </p:nvSpPr>
        <p:spPr>
          <a:xfrm>
            <a:off x="457200" y="2174875"/>
            <a:ext cx="4040188" cy="3951288"/>
          </a:xfrm>
          <a:prstGeom prst="rect">
            <a:avLst/>
          </a:prstGeom>
          <a:noFill/>
          <a:ln>
            <a:noFill/>
          </a:ln>
        </p:spPr>
        <p:txBody>
          <a:bodyPr anchorCtr="0" anchor="t" bIns="45700" lIns="91425" spcFirstLastPara="1" rIns="91425" wrap="square" tIns="45700">
            <a:normAutofit/>
          </a:bodyPr>
          <a:lstStyle>
            <a:lvl1pPr indent="-381000" lvl="0" marL="457200" algn="l">
              <a:spcBef>
                <a:spcPts val="480"/>
              </a:spcBef>
              <a:spcAft>
                <a:spcPts val="0"/>
              </a:spcAft>
              <a:buClr>
                <a:schemeClr val="dk1"/>
              </a:buClr>
              <a:buSzPts val="2400"/>
              <a:buChar char="•"/>
              <a:defRPr sz="2400"/>
            </a:lvl1pPr>
            <a:lvl2pPr indent="-355600" lvl="1" marL="914400" algn="l">
              <a:spcBef>
                <a:spcPts val="400"/>
              </a:spcBef>
              <a:spcAft>
                <a:spcPts val="0"/>
              </a:spcAft>
              <a:buClr>
                <a:schemeClr val="dk1"/>
              </a:buClr>
              <a:buSzPts val="2000"/>
              <a:buChar char="–"/>
              <a:defRPr sz="2000"/>
            </a:lvl2pPr>
            <a:lvl3pPr indent="-342900" lvl="2" marL="1371600" algn="l">
              <a:spcBef>
                <a:spcPts val="360"/>
              </a:spcBef>
              <a:spcAft>
                <a:spcPts val="0"/>
              </a:spcAft>
              <a:buClr>
                <a:schemeClr val="dk1"/>
              </a:buClr>
              <a:buSzPts val="1800"/>
              <a:buChar char="•"/>
              <a:defRPr sz="1800"/>
            </a:lvl3pPr>
            <a:lvl4pPr indent="-330200" lvl="3" marL="1828800" algn="l">
              <a:spcBef>
                <a:spcPts val="320"/>
              </a:spcBef>
              <a:spcAft>
                <a:spcPts val="0"/>
              </a:spcAft>
              <a:buClr>
                <a:schemeClr val="dk1"/>
              </a:buClr>
              <a:buSzPts val="1600"/>
              <a:buChar char="–"/>
              <a:defRPr sz="1600"/>
            </a:lvl4pPr>
            <a:lvl5pPr indent="-330200" lvl="4" marL="2286000" algn="l">
              <a:spcBef>
                <a:spcPts val="320"/>
              </a:spcBef>
              <a:spcAft>
                <a:spcPts val="0"/>
              </a:spcAft>
              <a:buClr>
                <a:schemeClr val="dk1"/>
              </a:buClr>
              <a:buSzPts val="1600"/>
              <a:buChar char="»"/>
              <a:defRPr sz="1600"/>
            </a:lvl5pPr>
            <a:lvl6pPr indent="-330200" lvl="5" marL="2743200" algn="l">
              <a:spcBef>
                <a:spcPts val="320"/>
              </a:spcBef>
              <a:spcAft>
                <a:spcPts val="0"/>
              </a:spcAft>
              <a:buClr>
                <a:schemeClr val="dk1"/>
              </a:buClr>
              <a:buSzPts val="1600"/>
              <a:buChar char="•"/>
              <a:defRPr sz="1600"/>
            </a:lvl6pPr>
            <a:lvl7pPr indent="-330200" lvl="6" marL="3200400" algn="l">
              <a:spcBef>
                <a:spcPts val="320"/>
              </a:spcBef>
              <a:spcAft>
                <a:spcPts val="0"/>
              </a:spcAft>
              <a:buClr>
                <a:schemeClr val="dk1"/>
              </a:buClr>
              <a:buSzPts val="1600"/>
              <a:buChar char="•"/>
              <a:defRPr sz="1600"/>
            </a:lvl7pPr>
            <a:lvl8pPr indent="-330200" lvl="7" marL="3657600" algn="l">
              <a:spcBef>
                <a:spcPts val="320"/>
              </a:spcBef>
              <a:spcAft>
                <a:spcPts val="0"/>
              </a:spcAft>
              <a:buClr>
                <a:schemeClr val="dk1"/>
              </a:buClr>
              <a:buSzPts val="1600"/>
              <a:buChar char="•"/>
              <a:defRPr sz="1600"/>
            </a:lvl8pPr>
            <a:lvl9pPr indent="-330200" lvl="8" marL="4114800" algn="l">
              <a:spcBef>
                <a:spcPts val="320"/>
              </a:spcBef>
              <a:spcAft>
                <a:spcPts val="0"/>
              </a:spcAft>
              <a:buClr>
                <a:schemeClr val="dk1"/>
              </a:buClr>
              <a:buSzPts val="1600"/>
              <a:buChar char="•"/>
              <a:defRPr sz="1600"/>
            </a:lvl9pPr>
          </a:lstStyle>
          <a:p/>
        </p:txBody>
      </p:sp>
      <p:sp>
        <p:nvSpPr>
          <p:cNvPr id="44" name="Google Shape;44;p21"/>
          <p:cNvSpPr txBox="1"/>
          <p:nvPr>
            <p:ph idx="3" type="body"/>
          </p:nvPr>
        </p:nvSpPr>
        <p:spPr>
          <a:xfrm>
            <a:off x="4645025" y="1535113"/>
            <a:ext cx="4041775" cy="639762"/>
          </a:xfrm>
          <a:prstGeom prst="rect">
            <a:avLst/>
          </a:prstGeom>
          <a:noFill/>
          <a:ln>
            <a:noFill/>
          </a:ln>
        </p:spPr>
        <p:txBody>
          <a:bodyPr anchorCtr="0" anchor="b" bIns="45700" lIns="91425" spcFirstLastPara="1" rIns="91425" wrap="square" tIns="45700">
            <a:normAutofit/>
          </a:bodyPr>
          <a:lstStyle>
            <a:lvl1pPr indent="-228600" lvl="0" marL="457200" algn="l">
              <a:spcBef>
                <a:spcPts val="480"/>
              </a:spcBef>
              <a:spcAft>
                <a:spcPts val="0"/>
              </a:spcAft>
              <a:buClr>
                <a:schemeClr val="dk1"/>
              </a:buClr>
              <a:buSzPts val="2400"/>
              <a:buNone/>
              <a:defRPr b="1" sz="2400"/>
            </a:lvl1pPr>
            <a:lvl2pPr indent="-228600" lvl="1" marL="914400" algn="l">
              <a:spcBef>
                <a:spcPts val="400"/>
              </a:spcBef>
              <a:spcAft>
                <a:spcPts val="0"/>
              </a:spcAft>
              <a:buClr>
                <a:schemeClr val="dk1"/>
              </a:buClr>
              <a:buSzPts val="2000"/>
              <a:buNone/>
              <a:defRPr b="1" sz="2000"/>
            </a:lvl2pPr>
            <a:lvl3pPr indent="-228600" lvl="2" marL="1371600" algn="l">
              <a:spcBef>
                <a:spcPts val="360"/>
              </a:spcBef>
              <a:spcAft>
                <a:spcPts val="0"/>
              </a:spcAft>
              <a:buClr>
                <a:schemeClr val="dk1"/>
              </a:buClr>
              <a:buSzPts val="1800"/>
              <a:buNone/>
              <a:defRPr b="1" sz="1800"/>
            </a:lvl3pPr>
            <a:lvl4pPr indent="-228600" lvl="3" marL="1828800" algn="l">
              <a:spcBef>
                <a:spcPts val="320"/>
              </a:spcBef>
              <a:spcAft>
                <a:spcPts val="0"/>
              </a:spcAft>
              <a:buClr>
                <a:schemeClr val="dk1"/>
              </a:buClr>
              <a:buSzPts val="1600"/>
              <a:buNone/>
              <a:defRPr b="1" sz="1600"/>
            </a:lvl4pPr>
            <a:lvl5pPr indent="-228600" lvl="4" marL="2286000" algn="l">
              <a:spcBef>
                <a:spcPts val="320"/>
              </a:spcBef>
              <a:spcAft>
                <a:spcPts val="0"/>
              </a:spcAft>
              <a:buClr>
                <a:schemeClr val="dk1"/>
              </a:buClr>
              <a:buSzPts val="1600"/>
              <a:buNone/>
              <a:defRPr b="1" sz="1600"/>
            </a:lvl5pPr>
            <a:lvl6pPr indent="-228600" lvl="5" marL="2743200" algn="l">
              <a:spcBef>
                <a:spcPts val="320"/>
              </a:spcBef>
              <a:spcAft>
                <a:spcPts val="0"/>
              </a:spcAft>
              <a:buClr>
                <a:schemeClr val="dk1"/>
              </a:buClr>
              <a:buSzPts val="1600"/>
              <a:buNone/>
              <a:defRPr b="1" sz="1600"/>
            </a:lvl6pPr>
            <a:lvl7pPr indent="-228600" lvl="6" marL="3200400" algn="l">
              <a:spcBef>
                <a:spcPts val="320"/>
              </a:spcBef>
              <a:spcAft>
                <a:spcPts val="0"/>
              </a:spcAft>
              <a:buClr>
                <a:schemeClr val="dk1"/>
              </a:buClr>
              <a:buSzPts val="1600"/>
              <a:buNone/>
              <a:defRPr b="1" sz="1600"/>
            </a:lvl7pPr>
            <a:lvl8pPr indent="-228600" lvl="7" marL="3657600" algn="l">
              <a:spcBef>
                <a:spcPts val="320"/>
              </a:spcBef>
              <a:spcAft>
                <a:spcPts val="0"/>
              </a:spcAft>
              <a:buClr>
                <a:schemeClr val="dk1"/>
              </a:buClr>
              <a:buSzPts val="1600"/>
              <a:buNone/>
              <a:defRPr b="1" sz="1600"/>
            </a:lvl8pPr>
            <a:lvl9pPr indent="-228600" lvl="8" marL="4114800" algn="l">
              <a:spcBef>
                <a:spcPts val="320"/>
              </a:spcBef>
              <a:spcAft>
                <a:spcPts val="0"/>
              </a:spcAft>
              <a:buClr>
                <a:schemeClr val="dk1"/>
              </a:buClr>
              <a:buSzPts val="1600"/>
              <a:buNone/>
              <a:defRPr b="1" sz="1600"/>
            </a:lvl9pPr>
          </a:lstStyle>
          <a:p/>
        </p:txBody>
      </p:sp>
      <p:sp>
        <p:nvSpPr>
          <p:cNvPr id="45" name="Google Shape;45;p21"/>
          <p:cNvSpPr txBox="1"/>
          <p:nvPr>
            <p:ph idx="4" type="body"/>
          </p:nvPr>
        </p:nvSpPr>
        <p:spPr>
          <a:xfrm>
            <a:off x="4645025" y="2174875"/>
            <a:ext cx="4041775" cy="3951288"/>
          </a:xfrm>
          <a:prstGeom prst="rect">
            <a:avLst/>
          </a:prstGeom>
          <a:noFill/>
          <a:ln>
            <a:noFill/>
          </a:ln>
        </p:spPr>
        <p:txBody>
          <a:bodyPr anchorCtr="0" anchor="t" bIns="45700" lIns="91425" spcFirstLastPara="1" rIns="91425" wrap="square" tIns="45700">
            <a:normAutofit/>
          </a:bodyPr>
          <a:lstStyle>
            <a:lvl1pPr indent="-381000" lvl="0" marL="457200" algn="l">
              <a:spcBef>
                <a:spcPts val="480"/>
              </a:spcBef>
              <a:spcAft>
                <a:spcPts val="0"/>
              </a:spcAft>
              <a:buClr>
                <a:schemeClr val="dk1"/>
              </a:buClr>
              <a:buSzPts val="2400"/>
              <a:buChar char="•"/>
              <a:defRPr sz="2400"/>
            </a:lvl1pPr>
            <a:lvl2pPr indent="-355600" lvl="1" marL="914400" algn="l">
              <a:spcBef>
                <a:spcPts val="400"/>
              </a:spcBef>
              <a:spcAft>
                <a:spcPts val="0"/>
              </a:spcAft>
              <a:buClr>
                <a:schemeClr val="dk1"/>
              </a:buClr>
              <a:buSzPts val="2000"/>
              <a:buChar char="–"/>
              <a:defRPr sz="2000"/>
            </a:lvl2pPr>
            <a:lvl3pPr indent="-342900" lvl="2" marL="1371600" algn="l">
              <a:spcBef>
                <a:spcPts val="360"/>
              </a:spcBef>
              <a:spcAft>
                <a:spcPts val="0"/>
              </a:spcAft>
              <a:buClr>
                <a:schemeClr val="dk1"/>
              </a:buClr>
              <a:buSzPts val="1800"/>
              <a:buChar char="•"/>
              <a:defRPr sz="1800"/>
            </a:lvl3pPr>
            <a:lvl4pPr indent="-330200" lvl="3" marL="1828800" algn="l">
              <a:spcBef>
                <a:spcPts val="320"/>
              </a:spcBef>
              <a:spcAft>
                <a:spcPts val="0"/>
              </a:spcAft>
              <a:buClr>
                <a:schemeClr val="dk1"/>
              </a:buClr>
              <a:buSzPts val="1600"/>
              <a:buChar char="–"/>
              <a:defRPr sz="1600"/>
            </a:lvl4pPr>
            <a:lvl5pPr indent="-330200" lvl="4" marL="2286000" algn="l">
              <a:spcBef>
                <a:spcPts val="320"/>
              </a:spcBef>
              <a:spcAft>
                <a:spcPts val="0"/>
              </a:spcAft>
              <a:buClr>
                <a:schemeClr val="dk1"/>
              </a:buClr>
              <a:buSzPts val="1600"/>
              <a:buChar char="»"/>
              <a:defRPr sz="1600"/>
            </a:lvl5pPr>
            <a:lvl6pPr indent="-330200" lvl="5" marL="2743200" algn="l">
              <a:spcBef>
                <a:spcPts val="320"/>
              </a:spcBef>
              <a:spcAft>
                <a:spcPts val="0"/>
              </a:spcAft>
              <a:buClr>
                <a:schemeClr val="dk1"/>
              </a:buClr>
              <a:buSzPts val="1600"/>
              <a:buChar char="•"/>
              <a:defRPr sz="1600"/>
            </a:lvl6pPr>
            <a:lvl7pPr indent="-330200" lvl="6" marL="3200400" algn="l">
              <a:spcBef>
                <a:spcPts val="320"/>
              </a:spcBef>
              <a:spcAft>
                <a:spcPts val="0"/>
              </a:spcAft>
              <a:buClr>
                <a:schemeClr val="dk1"/>
              </a:buClr>
              <a:buSzPts val="1600"/>
              <a:buChar char="•"/>
              <a:defRPr sz="1600"/>
            </a:lvl7pPr>
            <a:lvl8pPr indent="-330200" lvl="7" marL="3657600" algn="l">
              <a:spcBef>
                <a:spcPts val="320"/>
              </a:spcBef>
              <a:spcAft>
                <a:spcPts val="0"/>
              </a:spcAft>
              <a:buClr>
                <a:schemeClr val="dk1"/>
              </a:buClr>
              <a:buSzPts val="1600"/>
              <a:buChar char="•"/>
              <a:defRPr sz="1600"/>
            </a:lvl8pPr>
            <a:lvl9pPr indent="-330200" lvl="8" marL="4114800" algn="l">
              <a:spcBef>
                <a:spcPts val="320"/>
              </a:spcBef>
              <a:spcAft>
                <a:spcPts val="0"/>
              </a:spcAft>
              <a:buClr>
                <a:schemeClr val="dk1"/>
              </a:buClr>
              <a:buSzPts val="1600"/>
              <a:buChar char="•"/>
              <a:defRPr sz="1600"/>
            </a:lvl9pPr>
          </a:lstStyle>
          <a:p/>
        </p:txBody>
      </p:sp>
      <p:sp>
        <p:nvSpPr>
          <p:cNvPr id="46" name="Google Shape;46;p21"/>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7" name="Google Shape;47;p21"/>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8" name="Google Shape;48;p21"/>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49" name="Shape 49"/>
        <p:cNvGrpSpPr/>
        <p:nvPr/>
      </p:nvGrpSpPr>
      <p:grpSpPr>
        <a:xfrm>
          <a:off x="0" y="0"/>
          <a:ext cx="0" cy="0"/>
          <a:chOff x="0" y="0"/>
          <a:chExt cx="0" cy="0"/>
        </a:xfrm>
      </p:grpSpPr>
      <p:sp>
        <p:nvSpPr>
          <p:cNvPr id="50" name="Google Shape;50;p22"/>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1" name="Google Shape;51;p22"/>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2" name="Google Shape;52;p22"/>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3" name="Google Shape;53;p22"/>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54" name="Shape 54"/>
        <p:cNvGrpSpPr/>
        <p:nvPr/>
      </p:nvGrpSpPr>
      <p:grpSpPr>
        <a:xfrm>
          <a:off x="0" y="0"/>
          <a:ext cx="0" cy="0"/>
          <a:chOff x="0" y="0"/>
          <a:chExt cx="0" cy="0"/>
        </a:xfrm>
      </p:grpSpPr>
      <p:sp>
        <p:nvSpPr>
          <p:cNvPr id="55" name="Google Shape;55;p23"/>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6" name="Google Shape;56;p23"/>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7" name="Google Shape;57;p23"/>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58" name="Shape 58"/>
        <p:cNvGrpSpPr/>
        <p:nvPr/>
      </p:nvGrpSpPr>
      <p:grpSpPr>
        <a:xfrm>
          <a:off x="0" y="0"/>
          <a:ext cx="0" cy="0"/>
          <a:chOff x="0" y="0"/>
          <a:chExt cx="0" cy="0"/>
        </a:xfrm>
      </p:grpSpPr>
      <p:sp>
        <p:nvSpPr>
          <p:cNvPr id="59" name="Google Shape;59;p24"/>
          <p:cNvSpPr txBox="1"/>
          <p:nvPr>
            <p:ph type="title"/>
          </p:nvPr>
        </p:nvSpPr>
        <p:spPr>
          <a:xfrm>
            <a:off x="457200" y="273050"/>
            <a:ext cx="3008313" cy="1162050"/>
          </a:xfrm>
          <a:prstGeom prst="rect">
            <a:avLst/>
          </a:prstGeom>
          <a:noFill/>
          <a:ln>
            <a:noFill/>
          </a:ln>
        </p:spPr>
        <p:txBody>
          <a:bodyPr anchorCtr="0" anchor="b" bIns="45700" lIns="91425" spcFirstLastPara="1" rIns="91425" wrap="square" tIns="45700">
            <a:normAutofit/>
          </a:bodyPr>
          <a:lstStyle>
            <a:lvl1pPr lvl="0" algn="l">
              <a:spcBef>
                <a:spcPts val="0"/>
              </a:spcBef>
              <a:spcAft>
                <a:spcPts val="0"/>
              </a:spcAft>
              <a:buClr>
                <a:schemeClr val="dk1"/>
              </a:buClr>
              <a:buSzPts val="2000"/>
              <a:buFont typeface="Calibri"/>
              <a:buNone/>
              <a:defRPr b="1" sz="2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60" name="Google Shape;60;p24"/>
          <p:cNvSpPr txBox="1"/>
          <p:nvPr>
            <p:ph idx="1" type="body"/>
          </p:nvPr>
        </p:nvSpPr>
        <p:spPr>
          <a:xfrm>
            <a:off x="3575050" y="273050"/>
            <a:ext cx="5111750" cy="5853113"/>
          </a:xfrm>
          <a:prstGeom prst="rect">
            <a:avLst/>
          </a:prstGeom>
          <a:noFill/>
          <a:ln>
            <a:noFill/>
          </a:ln>
        </p:spPr>
        <p:txBody>
          <a:bodyPr anchorCtr="0" anchor="t" bIns="45700" lIns="91425" spcFirstLastPara="1" rIns="91425" wrap="square" tIns="45700">
            <a:normAutofit/>
          </a:bodyPr>
          <a:lstStyle>
            <a:lvl1pPr indent="-431800" lvl="0" marL="457200" algn="l">
              <a:spcBef>
                <a:spcPts val="640"/>
              </a:spcBef>
              <a:spcAft>
                <a:spcPts val="0"/>
              </a:spcAft>
              <a:buClr>
                <a:schemeClr val="dk1"/>
              </a:buClr>
              <a:buSzPts val="3200"/>
              <a:buChar char="•"/>
              <a:defRPr sz="3200"/>
            </a:lvl1pPr>
            <a:lvl2pPr indent="-406400" lvl="1" marL="914400" algn="l">
              <a:spcBef>
                <a:spcPts val="560"/>
              </a:spcBef>
              <a:spcAft>
                <a:spcPts val="0"/>
              </a:spcAft>
              <a:buClr>
                <a:schemeClr val="dk1"/>
              </a:buClr>
              <a:buSzPts val="2800"/>
              <a:buChar char="–"/>
              <a:defRPr sz="2800"/>
            </a:lvl2pPr>
            <a:lvl3pPr indent="-381000" lvl="2" marL="1371600" algn="l">
              <a:spcBef>
                <a:spcPts val="480"/>
              </a:spcBef>
              <a:spcAft>
                <a:spcPts val="0"/>
              </a:spcAft>
              <a:buClr>
                <a:schemeClr val="dk1"/>
              </a:buClr>
              <a:buSzPts val="2400"/>
              <a:buChar char="•"/>
              <a:defRPr sz="2400"/>
            </a:lvl3pPr>
            <a:lvl4pPr indent="-355600" lvl="3" marL="1828800" algn="l">
              <a:spcBef>
                <a:spcPts val="400"/>
              </a:spcBef>
              <a:spcAft>
                <a:spcPts val="0"/>
              </a:spcAft>
              <a:buClr>
                <a:schemeClr val="dk1"/>
              </a:buClr>
              <a:buSzPts val="2000"/>
              <a:buChar char="–"/>
              <a:defRPr sz="2000"/>
            </a:lvl4pPr>
            <a:lvl5pPr indent="-355600" lvl="4" marL="2286000" algn="l">
              <a:spcBef>
                <a:spcPts val="400"/>
              </a:spcBef>
              <a:spcAft>
                <a:spcPts val="0"/>
              </a:spcAft>
              <a:buClr>
                <a:schemeClr val="dk1"/>
              </a:buClr>
              <a:buSzPts val="2000"/>
              <a:buChar char="»"/>
              <a:defRPr sz="2000"/>
            </a:lvl5pPr>
            <a:lvl6pPr indent="-355600" lvl="5" marL="2743200" algn="l">
              <a:spcBef>
                <a:spcPts val="400"/>
              </a:spcBef>
              <a:spcAft>
                <a:spcPts val="0"/>
              </a:spcAft>
              <a:buClr>
                <a:schemeClr val="dk1"/>
              </a:buClr>
              <a:buSzPts val="2000"/>
              <a:buChar char="•"/>
              <a:defRPr sz="2000"/>
            </a:lvl6pPr>
            <a:lvl7pPr indent="-355600" lvl="6" marL="3200400" algn="l">
              <a:spcBef>
                <a:spcPts val="400"/>
              </a:spcBef>
              <a:spcAft>
                <a:spcPts val="0"/>
              </a:spcAft>
              <a:buClr>
                <a:schemeClr val="dk1"/>
              </a:buClr>
              <a:buSzPts val="2000"/>
              <a:buChar char="•"/>
              <a:defRPr sz="2000"/>
            </a:lvl7pPr>
            <a:lvl8pPr indent="-355600" lvl="7" marL="3657600" algn="l">
              <a:spcBef>
                <a:spcPts val="400"/>
              </a:spcBef>
              <a:spcAft>
                <a:spcPts val="0"/>
              </a:spcAft>
              <a:buClr>
                <a:schemeClr val="dk1"/>
              </a:buClr>
              <a:buSzPts val="2000"/>
              <a:buChar char="•"/>
              <a:defRPr sz="2000"/>
            </a:lvl8pPr>
            <a:lvl9pPr indent="-355600" lvl="8" marL="4114800" algn="l">
              <a:spcBef>
                <a:spcPts val="400"/>
              </a:spcBef>
              <a:spcAft>
                <a:spcPts val="0"/>
              </a:spcAft>
              <a:buClr>
                <a:schemeClr val="dk1"/>
              </a:buClr>
              <a:buSzPts val="2000"/>
              <a:buChar char="•"/>
              <a:defRPr sz="2000"/>
            </a:lvl9pPr>
          </a:lstStyle>
          <a:p/>
        </p:txBody>
      </p:sp>
      <p:sp>
        <p:nvSpPr>
          <p:cNvPr id="61" name="Google Shape;61;p24"/>
          <p:cNvSpPr txBox="1"/>
          <p:nvPr>
            <p:ph idx="2" type="body"/>
          </p:nvPr>
        </p:nvSpPr>
        <p:spPr>
          <a:xfrm>
            <a:off x="457200" y="1435100"/>
            <a:ext cx="3008313" cy="4691063"/>
          </a:xfrm>
          <a:prstGeom prst="rect">
            <a:avLst/>
          </a:prstGeom>
          <a:noFill/>
          <a:ln>
            <a:noFill/>
          </a:ln>
        </p:spPr>
        <p:txBody>
          <a:bodyPr anchorCtr="0" anchor="t" bIns="45700" lIns="91425" spcFirstLastPara="1" rIns="91425" wrap="square" tIns="45700">
            <a:normAutofit/>
          </a:bodyPr>
          <a:lstStyle>
            <a:lvl1pPr indent="-228600" lvl="0" marL="457200" algn="l">
              <a:spcBef>
                <a:spcPts val="280"/>
              </a:spcBef>
              <a:spcAft>
                <a:spcPts val="0"/>
              </a:spcAft>
              <a:buClr>
                <a:schemeClr val="dk1"/>
              </a:buClr>
              <a:buSzPts val="1400"/>
              <a:buNone/>
              <a:defRPr sz="1400"/>
            </a:lvl1pPr>
            <a:lvl2pPr indent="-228600" lvl="1" marL="914400" algn="l">
              <a:spcBef>
                <a:spcPts val="240"/>
              </a:spcBef>
              <a:spcAft>
                <a:spcPts val="0"/>
              </a:spcAft>
              <a:buClr>
                <a:schemeClr val="dk1"/>
              </a:buClr>
              <a:buSzPts val="1200"/>
              <a:buNone/>
              <a:defRPr sz="1200"/>
            </a:lvl2pPr>
            <a:lvl3pPr indent="-228600" lvl="2" marL="1371600" algn="l">
              <a:spcBef>
                <a:spcPts val="200"/>
              </a:spcBef>
              <a:spcAft>
                <a:spcPts val="0"/>
              </a:spcAft>
              <a:buClr>
                <a:schemeClr val="dk1"/>
              </a:buClr>
              <a:buSzPts val="1000"/>
              <a:buNone/>
              <a:defRPr sz="1000"/>
            </a:lvl3pPr>
            <a:lvl4pPr indent="-228600" lvl="3" marL="1828800" algn="l">
              <a:spcBef>
                <a:spcPts val="180"/>
              </a:spcBef>
              <a:spcAft>
                <a:spcPts val="0"/>
              </a:spcAft>
              <a:buClr>
                <a:schemeClr val="dk1"/>
              </a:buClr>
              <a:buSzPts val="900"/>
              <a:buNone/>
              <a:defRPr sz="900"/>
            </a:lvl4pPr>
            <a:lvl5pPr indent="-228600" lvl="4" marL="2286000" algn="l">
              <a:spcBef>
                <a:spcPts val="180"/>
              </a:spcBef>
              <a:spcAft>
                <a:spcPts val="0"/>
              </a:spcAft>
              <a:buClr>
                <a:schemeClr val="dk1"/>
              </a:buClr>
              <a:buSzPts val="900"/>
              <a:buNone/>
              <a:defRPr sz="900"/>
            </a:lvl5pPr>
            <a:lvl6pPr indent="-228600" lvl="5" marL="2743200" algn="l">
              <a:spcBef>
                <a:spcPts val="180"/>
              </a:spcBef>
              <a:spcAft>
                <a:spcPts val="0"/>
              </a:spcAft>
              <a:buClr>
                <a:schemeClr val="dk1"/>
              </a:buClr>
              <a:buSzPts val="900"/>
              <a:buNone/>
              <a:defRPr sz="900"/>
            </a:lvl6pPr>
            <a:lvl7pPr indent="-228600" lvl="6" marL="3200400" algn="l">
              <a:spcBef>
                <a:spcPts val="180"/>
              </a:spcBef>
              <a:spcAft>
                <a:spcPts val="0"/>
              </a:spcAft>
              <a:buClr>
                <a:schemeClr val="dk1"/>
              </a:buClr>
              <a:buSzPts val="900"/>
              <a:buNone/>
              <a:defRPr sz="900"/>
            </a:lvl7pPr>
            <a:lvl8pPr indent="-228600" lvl="7" marL="3657600" algn="l">
              <a:spcBef>
                <a:spcPts val="180"/>
              </a:spcBef>
              <a:spcAft>
                <a:spcPts val="0"/>
              </a:spcAft>
              <a:buClr>
                <a:schemeClr val="dk1"/>
              </a:buClr>
              <a:buSzPts val="900"/>
              <a:buNone/>
              <a:defRPr sz="900"/>
            </a:lvl8pPr>
            <a:lvl9pPr indent="-228600" lvl="8" marL="4114800" algn="l">
              <a:spcBef>
                <a:spcPts val="180"/>
              </a:spcBef>
              <a:spcAft>
                <a:spcPts val="0"/>
              </a:spcAft>
              <a:buClr>
                <a:schemeClr val="dk1"/>
              </a:buClr>
              <a:buSzPts val="900"/>
              <a:buNone/>
              <a:defRPr sz="900"/>
            </a:lvl9pPr>
          </a:lstStyle>
          <a:p/>
        </p:txBody>
      </p:sp>
      <p:sp>
        <p:nvSpPr>
          <p:cNvPr id="62" name="Google Shape;62;p24"/>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3" name="Google Shape;63;p24"/>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4" name="Google Shape;64;p24"/>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65" name="Shape 65"/>
        <p:cNvGrpSpPr/>
        <p:nvPr/>
      </p:nvGrpSpPr>
      <p:grpSpPr>
        <a:xfrm>
          <a:off x="0" y="0"/>
          <a:ext cx="0" cy="0"/>
          <a:chOff x="0" y="0"/>
          <a:chExt cx="0" cy="0"/>
        </a:xfrm>
      </p:grpSpPr>
      <p:sp>
        <p:nvSpPr>
          <p:cNvPr id="66" name="Google Shape;66;p25"/>
          <p:cNvSpPr txBox="1"/>
          <p:nvPr>
            <p:ph type="title"/>
          </p:nvPr>
        </p:nvSpPr>
        <p:spPr>
          <a:xfrm>
            <a:off x="1792288" y="4800600"/>
            <a:ext cx="5486400" cy="566738"/>
          </a:xfrm>
          <a:prstGeom prst="rect">
            <a:avLst/>
          </a:prstGeom>
          <a:noFill/>
          <a:ln>
            <a:noFill/>
          </a:ln>
        </p:spPr>
        <p:txBody>
          <a:bodyPr anchorCtr="0" anchor="b" bIns="45700" lIns="91425" spcFirstLastPara="1" rIns="91425" wrap="square" tIns="45700">
            <a:normAutofit/>
          </a:bodyPr>
          <a:lstStyle>
            <a:lvl1pPr lvl="0" algn="l">
              <a:spcBef>
                <a:spcPts val="0"/>
              </a:spcBef>
              <a:spcAft>
                <a:spcPts val="0"/>
              </a:spcAft>
              <a:buClr>
                <a:schemeClr val="dk1"/>
              </a:buClr>
              <a:buSzPts val="2000"/>
              <a:buFont typeface="Calibri"/>
              <a:buNone/>
              <a:defRPr b="1" sz="2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67" name="Google Shape;67;p25"/>
          <p:cNvSpPr/>
          <p:nvPr>
            <p:ph idx="2" type="pic"/>
          </p:nvPr>
        </p:nvSpPr>
        <p:spPr>
          <a:xfrm>
            <a:off x="1792288" y="612775"/>
            <a:ext cx="5486400" cy="4114800"/>
          </a:xfrm>
          <a:prstGeom prst="rect">
            <a:avLst/>
          </a:prstGeom>
          <a:noFill/>
          <a:ln>
            <a:noFill/>
          </a:ln>
        </p:spPr>
      </p:sp>
      <p:sp>
        <p:nvSpPr>
          <p:cNvPr id="68" name="Google Shape;68;p25"/>
          <p:cNvSpPr txBox="1"/>
          <p:nvPr>
            <p:ph idx="1" type="body"/>
          </p:nvPr>
        </p:nvSpPr>
        <p:spPr>
          <a:xfrm>
            <a:off x="1792288" y="5367338"/>
            <a:ext cx="5486400" cy="804862"/>
          </a:xfrm>
          <a:prstGeom prst="rect">
            <a:avLst/>
          </a:prstGeom>
          <a:noFill/>
          <a:ln>
            <a:noFill/>
          </a:ln>
        </p:spPr>
        <p:txBody>
          <a:bodyPr anchorCtr="0" anchor="t" bIns="45700" lIns="91425" spcFirstLastPara="1" rIns="91425" wrap="square" tIns="45700">
            <a:normAutofit/>
          </a:bodyPr>
          <a:lstStyle>
            <a:lvl1pPr indent="-228600" lvl="0" marL="457200" algn="l">
              <a:spcBef>
                <a:spcPts val="280"/>
              </a:spcBef>
              <a:spcAft>
                <a:spcPts val="0"/>
              </a:spcAft>
              <a:buClr>
                <a:schemeClr val="dk1"/>
              </a:buClr>
              <a:buSzPts val="1400"/>
              <a:buNone/>
              <a:defRPr sz="1400"/>
            </a:lvl1pPr>
            <a:lvl2pPr indent="-228600" lvl="1" marL="914400" algn="l">
              <a:spcBef>
                <a:spcPts val="240"/>
              </a:spcBef>
              <a:spcAft>
                <a:spcPts val="0"/>
              </a:spcAft>
              <a:buClr>
                <a:schemeClr val="dk1"/>
              </a:buClr>
              <a:buSzPts val="1200"/>
              <a:buNone/>
              <a:defRPr sz="1200"/>
            </a:lvl2pPr>
            <a:lvl3pPr indent="-228600" lvl="2" marL="1371600" algn="l">
              <a:spcBef>
                <a:spcPts val="200"/>
              </a:spcBef>
              <a:spcAft>
                <a:spcPts val="0"/>
              </a:spcAft>
              <a:buClr>
                <a:schemeClr val="dk1"/>
              </a:buClr>
              <a:buSzPts val="1000"/>
              <a:buNone/>
              <a:defRPr sz="1000"/>
            </a:lvl3pPr>
            <a:lvl4pPr indent="-228600" lvl="3" marL="1828800" algn="l">
              <a:spcBef>
                <a:spcPts val="180"/>
              </a:spcBef>
              <a:spcAft>
                <a:spcPts val="0"/>
              </a:spcAft>
              <a:buClr>
                <a:schemeClr val="dk1"/>
              </a:buClr>
              <a:buSzPts val="900"/>
              <a:buNone/>
              <a:defRPr sz="900"/>
            </a:lvl4pPr>
            <a:lvl5pPr indent="-228600" lvl="4" marL="2286000" algn="l">
              <a:spcBef>
                <a:spcPts val="180"/>
              </a:spcBef>
              <a:spcAft>
                <a:spcPts val="0"/>
              </a:spcAft>
              <a:buClr>
                <a:schemeClr val="dk1"/>
              </a:buClr>
              <a:buSzPts val="900"/>
              <a:buNone/>
              <a:defRPr sz="900"/>
            </a:lvl5pPr>
            <a:lvl6pPr indent="-228600" lvl="5" marL="2743200" algn="l">
              <a:spcBef>
                <a:spcPts val="180"/>
              </a:spcBef>
              <a:spcAft>
                <a:spcPts val="0"/>
              </a:spcAft>
              <a:buClr>
                <a:schemeClr val="dk1"/>
              </a:buClr>
              <a:buSzPts val="900"/>
              <a:buNone/>
              <a:defRPr sz="900"/>
            </a:lvl6pPr>
            <a:lvl7pPr indent="-228600" lvl="6" marL="3200400" algn="l">
              <a:spcBef>
                <a:spcPts val="180"/>
              </a:spcBef>
              <a:spcAft>
                <a:spcPts val="0"/>
              </a:spcAft>
              <a:buClr>
                <a:schemeClr val="dk1"/>
              </a:buClr>
              <a:buSzPts val="900"/>
              <a:buNone/>
              <a:defRPr sz="900"/>
            </a:lvl7pPr>
            <a:lvl8pPr indent="-228600" lvl="7" marL="3657600" algn="l">
              <a:spcBef>
                <a:spcPts val="180"/>
              </a:spcBef>
              <a:spcAft>
                <a:spcPts val="0"/>
              </a:spcAft>
              <a:buClr>
                <a:schemeClr val="dk1"/>
              </a:buClr>
              <a:buSzPts val="900"/>
              <a:buNone/>
              <a:defRPr sz="900"/>
            </a:lvl8pPr>
            <a:lvl9pPr indent="-228600" lvl="8" marL="4114800" algn="l">
              <a:spcBef>
                <a:spcPts val="180"/>
              </a:spcBef>
              <a:spcAft>
                <a:spcPts val="0"/>
              </a:spcAft>
              <a:buClr>
                <a:schemeClr val="dk1"/>
              </a:buClr>
              <a:buSzPts val="900"/>
              <a:buNone/>
              <a:defRPr sz="900"/>
            </a:lvl9pPr>
          </a:lstStyle>
          <a:p/>
        </p:txBody>
      </p:sp>
      <p:sp>
        <p:nvSpPr>
          <p:cNvPr id="69" name="Google Shape;69;p25"/>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0" name="Google Shape;70;p25"/>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1" name="Google Shape;71;p25"/>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72" name="Shape 72"/>
        <p:cNvGrpSpPr/>
        <p:nvPr/>
      </p:nvGrpSpPr>
      <p:grpSpPr>
        <a:xfrm>
          <a:off x="0" y="0"/>
          <a:ext cx="0" cy="0"/>
          <a:chOff x="0" y="0"/>
          <a:chExt cx="0" cy="0"/>
        </a:xfrm>
      </p:grpSpPr>
      <p:sp>
        <p:nvSpPr>
          <p:cNvPr id="73" name="Google Shape;73;p26"/>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4" name="Google Shape;74;p26"/>
          <p:cNvSpPr txBox="1"/>
          <p:nvPr>
            <p:ph idx="1" type="body"/>
          </p:nvPr>
        </p:nvSpPr>
        <p:spPr>
          <a:xfrm rot="5400000">
            <a:off x="2309019" y="-251618"/>
            <a:ext cx="4525963" cy="8229600"/>
          </a:xfrm>
          <a:prstGeom prst="rect">
            <a:avLst/>
          </a:prstGeom>
          <a:noFill/>
          <a:ln>
            <a:noFill/>
          </a:ln>
        </p:spPr>
        <p:txBody>
          <a:bodyPr anchorCtr="0" anchor="t" bIns="45700" lIns="91425" spcFirstLastPara="1" rIns="91425" wrap="square" tIns="45700">
            <a:norm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75" name="Google Shape;75;p26"/>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6" name="Google Shape;76;p26"/>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7" name="Google Shape;77;p26"/>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78" name="Shape 78"/>
        <p:cNvGrpSpPr/>
        <p:nvPr/>
      </p:nvGrpSpPr>
      <p:grpSpPr>
        <a:xfrm>
          <a:off x="0" y="0"/>
          <a:ext cx="0" cy="0"/>
          <a:chOff x="0" y="0"/>
          <a:chExt cx="0" cy="0"/>
        </a:xfrm>
      </p:grpSpPr>
      <p:sp>
        <p:nvSpPr>
          <p:cNvPr id="79" name="Google Shape;79;p27"/>
          <p:cNvSpPr txBox="1"/>
          <p:nvPr>
            <p:ph type="title"/>
          </p:nvPr>
        </p:nvSpPr>
        <p:spPr>
          <a:xfrm rot="5400000">
            <a:off x="4732338" y="2171701"/>
            <a:ext cx="5851525" cy="20574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80" name="Google Shape;80;p27"/>
          <p:cNvSpPr txBox="1"/>
          <p:nvPr>
            <p:ph idx="1" type="body"/>
          </p:nvPr>
        </p:nvSpPr>
        <p:spPr>
          <a:xfrm rot="5400000">
            <a:off x="541338" y="190500"/>
            <a:ext cx="5851525" cy="6019800"/>
          </a:xfrm>
          <a:prstGeom prst="rect">
            <a:avLst/>
          </a:prstGeom>
          <a:noFill/>
          <a:ln>
            <a:noFill/>
          </a:ln>
        </p:spPr>
        <p:txBody>
          <a:bodyPr anchorCtr="0" anchor="t" bIns="45700" lIns="91425" spcFirstLastPara="1" rIns="91425" wrap="square" tIns="45700">
            <a:norm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81" name="Google Shape;81;p27"/>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2" name="Google Shape;82;p27"/>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3" name="Google Shape;83;p27"/>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2.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9" name="Shape 9"/>
        <p:cNvGrpSpPr/>
        <p:nvPr/>
      </p:nvGrpSpPr>
      <p:grpSpPr>
        <a:xfrm>
          <a:off x="0" y="0"/>
          <a:ext cx="0" cy="0"/>
          <a:chOff x="0" y="0"/>
          <a:chExt cx="0" cy="0"/>
        </a:xfrm>
      </p:grpSpPr>
      <p:sp>
        <p:nvSpPr>
          <p:cNvPr id="10" name="Google Shape;10;p16"/>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marR="0" rtl="0" algn="ctr">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11" name="Google Shape;11;p16"/>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lvl1pPr indent="-431800" lvl="0" marL="457200" marR="0" rtl="0" algn="l">
              <a:spcBef>
                <a:spcPts val="640"/>
              </a:spcBef>
              <a:spcAft>
                <a:spcPts val="0"/>
              </a:spcAft>
              <a:buClr>
                <a:schemeClr val="dk1"/>
              </a:buClr>
              <a:buSzPts val="3200"/>
              <a:buFont typeface="Arial"/>
              <a:buChar char="•"/>
              <a:defRPr b="0" i="0" sz="3200" u="none" cap="none" strike="noStrike">
                <a:solidFill>
                  <a:schemeClr val="dk1"/>
                </a:solidFill>
                <a:latin typeface="Calibri"/>
                <a:ea typeface="Calibri"/>
                <a:cs typeface="Calibri"/>
                <a:sym typeface="Calibri"/>
              </a:defRPr>
            </a:lvl1pPr>
            <a:lvl2pPr indent="-406400" lvl="1" marL="914400" marR="0" rtl="0" algn="l">
              <a:spcBef>
                <a:spcPts val="56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2pPr>
            <a:lvl3pPr indent="-381000" lvl="2" marL="1371600" marR="0" rtl="0" algn="l">
              <a:spcBef>
                <a:spcPts val="48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3pPr>
            <a:lvl4pPr indent="-355600" lvl="3" marL="18288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4pPr>
            <a:lvl5pPr indent="-355600" lvl="4" marL="22860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5pPr>
            <a:lvl6pPr indent="-355600" lvl="5" marL="27432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6pPr>
            <a:lvl7pPr indent="-355600" lvl="6" marL="32004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7pPr>
            <a:lvl8pPr indent="-355600" lvl="7" marL="36576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8pPr>
            <a:lvl9pPr indent="-355600" lvl="8" marL="41148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9pPr>
          </a:lstStyle>
          <a:p/>
        </p:txBody>
      </p:sp>
      <p:sp>
        <p:nvSpPr>
          <p:cNvPr id="12" name="Google Shape;12;p16"/>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marR="0" rtl="0" algn="l">
              <a:spcBef>
                <a:spcPts val="0"/>
              </a:spcBef>
              <a:spcAft>
                <a:spcPts val="0"/>
              </a:spcAft>
              <a:buSzPts val="1400"/>
              <a:buNone/>
              <a:defRPr b="0" i="0" sz="1200" u="none" cap="none" strike="noStrike">
                <a:solidFill>
                  <a:srgbClr val="888888"/>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13" name="Google Shape;13;p16"/>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marR="0" rtl="0" algn="ctr">
              <a:spcBef>
                <a:spcPts val="0"/>
              </a:spcBef>
              <a:spcAft>
                <a:spcPts val="0"/>
              </a:spcAft>
              <a:buSzPts val="1400"/>
              <a:buNone/>
              <a:defRPr b="0" i="0" sz="1200" u="none" cap="none" strike="noStrike">
                <a:solidFill>
                  <a:srgbClr val="888888"/>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14" name="Google Shape;14;p16"/>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rtl="0" algn="r">
              <a:spcBef>
                <a:spcPts val="0"/>
              </a:spcBef>
              <a:buNone/>
              <a:defRPr b="0" i="0" sz="1200" u="none" cap="none" strike="noStrike">
                <a:solidFill>
                  <a:srgbClr val="888888"/>
                </a:solidFill>
                <a:latin typeface="Calibri"/>
                <a:ea typeface="Calibri"/>
                <a:cs typeface="Calibri"/>
                <a:sym typeface="Calibri"/>
              </a:defRPr>
            </a:lvl1pPr>
            <a:lvl2pPr indent="0" lvl="1" marL="0" marR="0" rtl="0" algn="r">
              <a:spcBef>
                <a:spcPts val="0"/>
              </a:spcBef>
              <a:buNone/>
              <a:defRPr b="0" i="0" sz="1200" u="none" cap="none" strike="noStrike">
                <a:solidFill>
                  <a:srgbClr val="888888"/>
                </a:solidFill>
                <a:latin typeface="Calibri"/>
                <a:ea typeface="Calibri"/>
                <a:cs typeface="Calibri"/>
                <a:sym typeface="Calibri"/>
              </a:defRPr>
            </a:lvl2pPr>
            <a:lvl3pPr indent="0" lvl="2" marL="0" marR="0" rtl="0" algn="r">
              <a:spcBef>
                <a:spcPts val="0"/>
              </a:spcBef>
              <a:buNone/>
              <a:defRPr b="0" i="0" sz="1200" u="none" cap="none" strike="noStrike">
                <a:solidFill>
                  <a:srgbClr val="888888"/>
                </a:solidFill>
                <a:latin typeface="Calibri"/>
                <a:ea typeface="Calibri"/>
                <a:cs typeface="Calibri"/>
                <a:sym typeface="Calibri"/>
              </a:defRPr>
            </a:lvl3pPr>
            <a:lvl4pPr indent="0" lvl="3" marL="0" marR="0" rtl="0" algn="r">
              <a:spcBef>
                <a:spcPts val="0"/>
              </a:spcBef>
              <a:buNone/>
              <a:defRPr b="0" i="0" sz="1200" u="none" cap="none" strike="noStrike">
                <a:solidFill>
                  <a:srgbClr val="888888"/>
                </a:solidFill>
                <a:latin typeface="Calibri"/>
                <a:ea typeface="Calibri"/>
                <a:cs typeface="Calibri"/>
                <a:sym typeface="Calibri"/>
              </a:defRPr>
            </a:lvl4pPr>
            <a:lvl5pPr indent="0" lvl="4" marL="0" marR="0" rtl="0" algn="r">
              <a:spcBef>
                <a:spcPts val="0"/>
              </a:spcBef>
              <a:buNone/>
              <a:defRPr b="0" i="0" sz="1200" u="none" cap="none" strike="noStrike">
                <a:solidFill>
                  <a:srgbClr val="888888"/>
                </a:solidFill>
                <a:latin typeface="Calibri"/>
                <a:ea typeface="Calibri"/>
                <a:cs typeface="Calibri"/>
                <a:sym typeface="Calibri"/>
              </a:defRPr>
            </a:lvl5pPr>
            <a:lvl6pPr indent="0" lvl="5" marL="0" marR="0" rtl="0" algn="r">
              <a:spcBef>
                <a:spcPts val="0"/>
              </a:spcBef>
              <a:buNone/>
              <a:defRPr b="0" i="0" sz="1200" u="none" cap="none" strike="noStrike">
                <a:solidFill>
                  <a:srgbClr val="888888"/>
                </a:solidFill>
                <a:latin typeface="Calibri"/>
                <a:ea typeface="Calibri"/>
                <a:cs typeface="Calibri"/>
                <a:sym typeface="Calibri"/>
              </a:defRPr>
            </a:lvl6pPr>
            <a:lvl7pPr indent="0" lvl="6" marL="0" marR="0" rtl="0" algn="r">
              <a:spcBef>
                <a:spcPts val="0"/>
              </a:spcBef>
              <a:buNone/>
              <a:defRPr b="0" i="0" sz="1200" u="none" cap="none" strike="noStrike">
                <a:solidFill>
                  <a:srgbClr val="888888"/>
                </a:solidFill>
                <a:latin typeface="Calibri"/>
                <a:ea typeface="Calibri"/>
                <a:cs typeface="Calibri"/>
                <a:sym typeface="Calibri"/>
              </a:defRPr>
            </a:lvl7pPr>
            <a:lvl8pPr indent="0" lvl="7" marL="0" marR="0" rtl="0" algn="r">
              <a:spcBef>
                <a:spcPts val="0"/>
              </a:spcBef>
              <a:buNone/>
              <a:defRPr b="0" i="0" sz="1200" u="none" cap="none" strike="noStrike">
                <a:solidFill>
                  <a:srgbClr val="888888"/>
                </a:solidFill>
                <a:latin typeface="Calibri"/>
                <a:ea typeface="Calibri"/>
                <a:cs typeface="Calibri"/>
                <a:sym typeface="Calibri"/>
              </a:defRPr>
            </a:lvl8pPr>
            <a:lvl9pPr indent="0" lvl="8" marL="0" marR="0" rtl="0" algn="r">
              <a:spcBef>
                <a:spcPts val="0"/>
              </a:spcBef>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5.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 Id="rId3" Type="http://schemas.openxmlformats.org/officeDocument/2006/relationships/slide" Target="/ppt/slides/slide7.xml"/><Relationship Id="rId4" Type="http://schemas.openxmlformats.org/officeDocument/2006/relationships/image" Target="../media/image3.jpg"/><Relationship Id="rId5" Type="http://schemas.openxmlformats.org/officeDocument/2006/relationships/slide" Target="/ppt/slides/slide6.xml"/><Relationship Id="rId6" Type="http://schemas.openxmlformats.org/officeDocument/2006/relationships/image" Target="../media/image1.jp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 Id="rId3" Type="http://schemas.openxmlformats.org/officeDocument/2006/relationships/slide" Target="/ppt/slides/slide4.xml"/><Relationship Id="rId4" Type="http://schemas.openxmlformats.org/officeDocument/2006/relationships/slide" Target="/ppt/slides/slide5.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 Id="rId3" Type="http://schemas.openxmlformats.org/officeDocument/2006/relationships/slide" Target="/ppt/slides/slide3.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 Id="rId3" Type="http://schemas.openxmlformats.org/officeDocument/2006/relationships/image" Target="../media/image1.jpg"/><Relationship Id="rId4" Type="http://schemas.openxmlformats.org/officeDocument/2006/relationships/slide" Target="/ppt/slides/slide3.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 Id="rId3" Type="http://schemas.openxmlformats.org/officeDocument/2006/relationships/image" Target="../media/image3.jpg"/><Relationship Id="rId4" Type="http://schemas.openxmlformats.org/officeDocument/2006/relationships/slide" Target="/ppt/slides/slide3.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7" name="Shape 87"/>
        <p:cNvGrpSpPr/>
        <p:nvPr/>
      </p:nvGrpSpPr>
      <p:grpSpPr>
        <a:xfrm>
          <a:off x="0" y="0"/>
          <a:ext cx="0" cy="0"/>
          <a:chOff x="0" y="0"/>
          <a:chExt cx="0" cy="0"/>
        </a:xfrm>
      </p:grpSpPr>
      <p:pic>
        <p:nvPicPr>
          <p:cNvPr descr="C:\Users\Reece\OneDrive\Univ of Louisiana at Laf - Instructing\Sales Team\UL Competitions\Ragin Sales Competition Spring 2016\Sponsor Logos\Stuller logo_blk.png" id="88" name="Google Shape;88;p1"/>
          <p:cNvPicPr preferRelativeResize="0"/>
          <p:nvPr/>
        </p:nvPicPr>
        <p:blipFill rotWithShape="1">
          <a:blip r:embed="rId3">
            <a:alphaModFix/>
          </a:blip>
          <a:srcRect b="0" l="0" r="0" t="0"/>
          <a:stretch/>
        </p:blipFill>
        <p:spPr>
          <a:xfrm>
            <a:off x="76201" y="304800"/>
            <a:ext cx="1720612" cy="1295400"/>
          </a:xfrm>
          <a:prstGeom prst="rect">
            <a:avLst/>
          </a:prstGeom>
          <a:noFill/>
          <a:ln>
            <a:noFill/>
          </a:ln>
        </p:spPr>
      </p:pic>
      <p:sp>
        <p:nvSpPr>
          <p:cNvPr id="89" name="Google Shape;89;p1"/>
          <p:cNvSpPr/>
          <p:nvPr/>
        </p:nvSpPr>
        <p:spPr>
          <a:xfrm>
            <a:off x="0" y="6667500"/>
            <a:ext cx="9144000" cy="190500"/>
          </a:xfrm>
          <a:prstGeom prst="rect">
            <a:avLst/>
          </a:prstGeom>
          <a:gradFill>
            <a:gsLst>
              <a:gs pos="0">
                <a:srgbClr val="547D28"/>
              </a:gs>
              <a:gs pos="50000">
                <a:srgbClr val="7AB539"/>
              </a:gs>
              <a:gs pos="100000">
                <a:srgbClr val="92D946"/>
              </a:gs>
            </a:gsLst>
            <a:path path="circle">
              <a:fillToRect r="100%" t="100%"/>
            </a:path>
            <a:tileRect b="-100%" l="-10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sp>
        <p:nvSpPr>
          <p:cNvPr id="90" name="Google Shape;90;p1"/>
          <p:cNvSpPr txBox="1"/>
          <p:nvPr>
            <p:ph type="ctrTitle"/>
          </p:nvPr>
        </p:nvSpPr>
        <p:spPr>
          <a:xfrm>
            <a:off x="685800" y="2130425"/>
            <a:ext cx="7772400" cy="1470025"/>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chemeClr val="dk1"/>
              </a:buClr>
              <a:buSzPts val="5400"/>
              <a:buFont typeface="Arial"/>
              <a:buNone/>
            </a:pPr>
            <a:r>
              <a:rPr lang="en-US" sz="5400">
                <a:latin typeface="Arial"/>
                <a:ea typeface="Arial"/>
                <a:cs typeface="Arial"/>
                <a:sym typeface="Arial"/>
              </a:rPr>
              <a:t>A Strategic Overview</a:t>
            </a:r>
            <a:endParaRPr sz="5400">
              <a:latin typeface="Arial"/>
              <a:ea typeface="Arial"/>
              <a:cs typeface="Arial"/>
              <a:sym typeface="Arial"/>
            </a:endParaRPr>
          </a:p>
        </p:txBody>
      </p:sp>
      <p:sp>
        <p:nvSpPr>
          <p:cNvPr id="91" name="Google Shape;91;p1"/>
          <p:cNvSpPr txBox="1"/>
          <p:nvPr>
            <p:ph idx="1" type="subTitle"/>
          </p:nvPr>
        </p:nvSpPr>
        <p:spPr>
          <a:xfrm>
            <a:off x="304800" y="3886200"/>
            <a:ext cx="8534400" cy="1295400"/>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Clr>
                <a:srgbClr val="888888"/>
              </a:buClr>
              <a:buSzPts val="2000"/>
              <a:buNone/>
            </a:pPr>
            <a:r>
              <a:rPr lang="en-US" sz="2000">
                <a:latin typeface="Constantia"/>
                <a:ea typeface="Constantia"/>
                <a:cs typeface="Constantia"/>
                <a:sym typeface="Constantia"/>
              </a:rPr>
              <a:t>By: Reece Theriot, MBA</a:t>
            </a:r>
            <a:endParaRPr/>
          </a:p>
          <a:p>
            <a:pPr indent="0" lvl="0" marL="0" rtl="0" algn="l">
              <a:spcBef>
                <a:spcPts val="400"/>
              </a:spcBef>
              <a:spcAft>
                <a:spcPts val="0"/>
              </a:spcAft>
              <a:buClr>
                <a:srgbClr val="888888"/>
              </a:buClr>
              <a:buSzPts val="2000"/>
              <a:buNone/>
            </a:pPr>
            <a:r>
              <a:rPr lang="en-US" sz="2000">
                <a:latin typeface="Constantia"/>
                <a:ea typeface="Constantia"/>
                <a:cs typeface="Constantia"/>
                <a:sym typeface="Constantia"/>
              </a:rPr>
              <a:t>Principal Consultant</a:t>
            </a:r>
            <a:endParaRPr/>
          </a:p>
          <a:p>
            <a:pPr indent="0" lvl="0" marL="0" rtl="0" algn="l">
              <a:spcBef>
                <a:spcPts val="400"/>
              </a:spcBef>
              <a:spcAft>
                <a:spcPts val="0"/>
              </a:spcAft>
              <a:buClr>
                <a:srgbClr val="888888"/>
              </a:buClr>
              <a:buSzPts val="2000"/>
              <a:buNone/>
            </a:pPr>
            <a:r>
              <a:rPr lang="en-US" sz="2000">
                <a:latin typeface="Constantia"/>
                <a:ea typeface="Constantia"/>
                <a:cs typeface="Constantia"/>
                <a:sym typeface="Constantia"/>
              </a:rPr>
              <a:t>Lamleo, LLC</a:t>
            </a:r>
            <a:endParaRPr/>
          </a:p>
        </p:txBody>
      </p:sp>
      <p:sp>
        <p:nvSpPr>
          <p:cNvPr id="92" name="Google Shape;92;p1"/>
          <p:cNvSpPr/>
          <p:nvPr/>
        </p:nvSpPr>
        <p:spPr>
          <a:xfrm>
            <a:off x="0" y="0"/>
            <a:ext cx="9144000" cy="190500"/>
          </a:xfrm>
          <a:prstGeom prst="rect">
            <a:avLst/>
          </a:prstGeom>
          <a:solidFill>
            <a:schemeClr val="dk1"/>
          </a:solidFill>
          <a:ln cap="flat" cmpd="sng" w="25400">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6" name="Shape 96"/>
        <p:cNvGrpSpPr/>
        <p:nvPr/>
      </p:nvGrpSpPr>
      <p:grpSpPr>
        <a:xfrm>
          <a:off x="0" y="0"/>
          <a:ext cx="0" cy="0"/>
          <a:chOff x="0" y="0"/>
          <a:chExt cx="0" cy="0"/>
        </a:xfrm>
      </p:grpSpPr>
      <p:pic>
        <p:nvPicPr>
          <p:cNvPr descr="Image result for blaine latiolais stuller" id="97" name="Google Shape;97;p2">
            <a:hlinkClick action="ppaction://hlinksldjump" r:id="rId3"/>
          </p:cNvPr>
          <p:cNvPicPr preferRelativeResize="0"/>
          <p:nvPr/>
        </p:nvPicPr>
        <p:blipFill rotWithShape="1">
          <a:blip r:embed="rId4">
            <a:alphaModFix/>
          </a:blip>
          <a:srcRect b="0" l="0" r="67188" t="0"/>
          <a:stretch/>
        </p:blipFill>
        <p:spPr>
          <a:xfrm>
            <a:off x="6984023" y="3886200"/>
            <a:ext cx="2007577" cy="2351804"/>
          </a:xfrm>
          <a:prstGeom prst="rect">
            <a:avLst/>
          </a:prstGeom>
          <a:noFill/>
          <a:ln>
            <a:noFill/>
          </a:ln>
        </p:spPr>
      </p:pic>
      <p:sp>
        <p:nvSpPr>
          <p:cNvPr id="98" name="Google Shape;98;p2"/>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chemeClr val="dk1"/>
              </a:buClr>
              <a:buSzPts val="4400"/>
              <a:buFont typeface="Arial"/>
              <a:buNone/>
            </a:pPr>
            <a:r>
              <a:rPr lang="en-US">
                <a:latin typeface="Arial"/>
                <a:ea typeface="Arial"/>
                <a:cs typeface="Arial"/>
                <a:sym typeface="Arial"/>
              </a:rPr>
              <a:t>At A Glance</a:t>
            </a:r>
            <a:endParaRPr>
              <a:latin typeface="Arial"/>
              <a:ea typeface="Arial"/>
              <a:cs typeface="Arial"/>
              <a:sym typeface="Arial"/>
            </a:endParaRPr>
          </a:p>
        </p:txBody>
      </p:sp>
      <p:sp>
        <p:nvSpPr>
          <p:cNvPr id="99" name="Google Shape;99;p2"/>
          <p:cNvSpPr txBox="1"/>
          <p:nvPr>
            <p:ph idx="1" type="body"/>
          </p:nvPr>
        </p:nvSpPr>
        <p:spPr>
          <a:xfrm>
            <a:off x="457200" y="1600200"/>
            <a:ext cx="8088923" cy="4525963"/>
          </a:xfrm>
          <a:prstGeom prst="rect">
            <a:avLst/>
          </a:prstGeom>
          <a:noFill/>
          <a:ln>
            <a:noFill/>
          </a:ln>
        </p:spPr>
        <p:txBody>
          <a:bodyPr anchorCtr="0" anchor="t" bIns="45700" lIns="91425" spcFirstLastPara="1" rIns="91425" wrap="square" tIns="45700">
            <a:normAutofit/>
          </a:bodyPr>
          <a:lstStyle/>
          <a:p>
            <a:pPr indent="-342900" lvl="0" marL="342900" rtl="0" algn="l">
              <a:spcBef>
                <a:spcPts val="0"/>
              </a:spcBef>
              <a:spcAft>
                <a:spcPts val="0"/>
              </a:spcAft>
              <a:buClr>
                <a:schemeClr val="dk1"/>
              </a:buClr>
              <a:buSzPts val="2800"/>
              <a:buChar char="•"/>
            </a:pPr>
            <a:r>
              <a:rPr lang="en-US" sz="2800">
                <a:latin typeface="Constantia"/>
                <a:ea typeface="Constantia"/>
                <a:cs typeface="Constantia"/>
                <a:sym typeface="Constantia"/>
              </a:rPr>
              <a:t>Front-of-Store Outbound Team</a:t>
            </a:r>
            <a:endParaRPr/>
          </a:p>
          <a:p>
            <a:pPr indent="-285750" lvl="1" marL="742950" rtl="0" algn="l">
              <a:spcBef>
                <a:spcPts val="480"/>
              </a:spcBef>
              <a:spcAft>
                <a:spcPts val="0"/>
              </a:spcAft>
              <a:buClr>
                <a:schemeClr val="dk1"/>
              </a:buClr>
              <a:buSzPts val="2400"/>
              <a:buChar char="–"/>
            </a:pPr>
            <a:r>
              <a:rPr lang="en-US" sz="2400">
                <a:latin typeface="Constantia"/>
                <a:ea typeface="Constantia"/>
                <a:cs typeface="Constantia"/>
                <a:sym typeface="Constantia"/>
              </a:rPr>
              <a:t>Mngr: Megan Martin</a:t>
            </a:r>
            <a:endParaRPr/>
          </a:p>
          <a:p>
            <a:pPr indent="-285750" lvl="1" marL="742950" rtl="0" algn="l">
              <a:spcBef>
                <a:spcPts val="480"/>
              </a:spcBef>
              <a:spcAft>
                <a:spcPts val="0"/>
              </a:spcAft>
              <a:buClr>
                <a:schemeClr val="dk1"/>
              </a:buClr>
              <a:buSzPts val="2400"/>
              <a:buChar char="–"/>
            </a:pPr>
            <a:r>
              <a:rPr lang="en-US" sz="2400">
                <a:latin typeface="Constantia"/>
                <a:ea typeface="Constantia"/>
                <a:cs typeface="Constantia"/>
                <a:sym typeface="Constantia"/>
              </a:rPr>
              <a:t>July 11</a:t>
            </a:r>
            <a:r>
              <a:rPr baseline="30000" lang="en-US" sz="2400">
                <a:latin typeface="Constantia"/>
                <a:ea typeface="Constantia"/>
                <a:cs typeface="Constantia"/>
                <a:sym typeface="Constantia"/>
              </a:rPr>
              <a:t>th</a:t>
            </a:r>
            <a:r>
              <a:rPr lang="en-US" sz="2400">
                <a:latin typeface="Constantia"/>
                <a:ea typeface="Constantia"/>
                <a:cs typeface="Constantia"/>
                <a:sym typeface="Constantia"/>
              </a:rPr>
              <a:t>, 2016 to September 26</a:t>
            </a:r>
            <a:r>
              <a:rPr baseline="30000" lang="en-US" sz="2400">
                <a:latin typeface="Constantia"/>
                <a:ea typeface="Constantia"/>
                <a:cs typeface="Constantia"/>
                <a:sym typeface="Constantia"/>
              </a:rPr>
              <a:t>th</a:t>
            </a:r>
            <a:r>
              <a:rPr lang="en-US" sz="2400">
                <a:latin typeface="Constantia"/>
                <a:ea typeface="Constantia"/>
                <a:cs typeface="Constantia"/>
                <a:sym typeface="Constantia"/>
              </a:rPr>
              <a:t>, 2016</a:t>
            </a:r>
            <a:endParaRPr/>
          </a:p>
          <a:p>
            <a:pPr indent="0" lvl="1" marL="457200" rtl="0" algn="l">
              <a:spcBef>
                <a:spcPts val="480"/>
              </a:spcBef>
              <a:spcAft>
                <a:spcPts val="0"/>
              </a:spcAft>
              <a:buClr>
                <a:schemeClr val="dk1"/>
              </a:buClr>
              <a:buSzPts val="2400"/>
              <a:buNone/>
            </a:pPr>
            <a:r>
              <a:t/>
            </a:r>
            <a:endParaRPr sz="2400">
              <a:latin typeface="Constantia"/>
              <a:ea typeface="Constantia"/>
              <a:cs typeface="Constantia"/>
              <a:sym typeface="Constantia"/>
            </a:endParaRPr>
          </a:p>
          <a:p>
            <a:pPr indent="-342900" lvl="0" marL="342900" rtl="0" algn="l">
              <a:spcBef>
                <a:spcPts val="560"/>
              </a:spcBef>
              <a:spcAft>
                <a:spcPts val="0"/>
              </a:spcAft>
              <a:buClr>
                <a:schemeClr val="dk1"/>
              </a:buClr>
              <a:buSzPts val="2800"/>
              <a:buChar char="•"/>
            </a:pPr>
            <a:r>
              <a:rPr lang="en-US" sz="2800">
                <a:latin typeface="Constantia"/>
                <a:ea typeface="Constantia"/>
                <a:cs typeface="Constantia"/>
                <a:sym typeface="Constantia"/>
              </a:rPr>
              <a:t>Diamond and Gemstone Outbound Team</a:t>
            </a:r>
            <a:endParaRPr/>
          </a:p>
          <a:p>
            <a:pPr indent="-285750" lvl="1" marL="742950" rtl="0" algn="l">
              <a:spcBef>
                <a:spcPts val="480"/>
              </a:spcBef>
              <a:spcAft>
                <a:spcPts val="0"/>
              </a:spcAft>
              <a:buClr>
                <a:schemeClr val="dk1"/>
              </a:buClr>
              <a:buSzPts val="2400"/>
              <a:buChar char="–"/>
            </a:pPr>
            <a:r>
              <a:rPr lang="en-US" sz="2400">
                <a:latin typeface="Constantia"/>
                <a:ea typeface="Constantia"/>
                <a:cs typeface="Constantia"/>
                <a:sym typeface="Constantia"/>
              </a:rPr>
              <a:t>Mngr: Blaine Latiolais</a:t>
            </a:r>
            <a:endParaRPr sz="2400">
              <a:latin typeface="Constantia"/>
              <a:ea typeface="Constantia"/>
              <a:cs typeface="Constantia"/>
              <a:sym typeface="Constantia"/>
            </a:endParaRPr>
          </a:p>
          <a:p>
            <a:pPr indent="-285750" lvl="1" marL="742950" rtl="0" algn="l">
              <a:spcBef>
                <a:spcPts val="480"/>
              </a:spcBef>
              <a:spcAft>
                <a:spcPts val="0"/>
              </a:spcAft>
              <a:buClr>
                <a:schemeClr val="dk1"/>
              </a:buClr>
              <a:buSzPts val="2400"/>
              <a:buChar char="–"/>
            </a:pPr>
            <a:r>
              <a:rPr lang="en-US" sz="2400">
                <a:latin typeface="Constantia"/>
                <a:ea typeface="Constantia"/>
                <a:cs typeface="Constantia"/>
                <a:sym typeface="Constantia"/>
              </a:rPr>
              <a:t>January 10</a:t>
            </a:r>
            <a:r>
              <a:rPr baseline="30000" lang="en-US" sz="2400">
                <a:latin typeface="Constantia"/>
                <a:ea typeface="Constantia"/>
                <a:cs typeface="Constantia"/>
                <a:sym typeface="Constantia"/>
              </a:rPr>
              <a:t>th</a:t>
            </a:r>
            <a:r>
              <a:rPr lang="en-US" sz="2400">
                <a:latin typeface="Constantia"/>
                <a:ea typeface="Constantia"/>
                <a:cs typeface="Constantia"/>
                <a:sym typeface="Constantia"/>
              </a:rPr>
              <a:t>, 2017 to March 28</a:t>
            </a:r>
            <a:r>
              <a:rPr baseline="30000" lang="en-US" sz="2400">
                <a:latin typeface="Constantia"/>
                <a:ea typeface="Constantia"/>
                <a:cs typeface="Constantia"/>
                <a:sym typeface="Constantia"/>
              </a:rPr>
              <a:t>th</a:t>
            </a:r>
            <a:r>
              <a:rPr lang="en-US" sz="2400">
                <a:latin typeface="Constantia"/>
                <a:ea typeface="Constantia"/>
                <a:cs typeface="Constantia"/>
                <a:sym typeface="Constantia"/>
              </a:rPr>
              <a:t>, 2017</a:t>
            </a:r>
            <a:endParaRPr/>
          </a:p>
          <a:p>
            <a:pPr indent="0" lvl="1" marL="457200" rtl="0" algn="l">
              <a:spcBef>
                <a:spcPts val="480"/>
              </a:spcBef>
              <a:spcAft>
                <a:spcPts val="0"/>
              </a:spcAft>
              <a:buClr>
                <a:schemeClr val="dk1"/>
              </a:buClr>
              <a:buSzPts val="2400"/>
              <a:buNone/>
            </a:pPr>
            <a:r>
              <a:t/>
            </a:r>
            <a:endParaRPr sz="2400"/>
          </a:p>
        </p:txBody>
      </p:sp>
      <p:sp>
        <p:nvSpPr>
          <p:cNvPr id="100" name="Google Shape;100;p2"/>
          <p:cNvSpPr/>
          <p:nvPr/>
        </p:nvSpPr>
        <p:spPr>
          <a:xfrm flipH="1" rot="10800000">
            <a:off x="0" y="6629400"/>
            <a:ext cx="8991600" cy="228600"/>
          </a:xfrm>
          <a:prstGeom prst="rect">
            <a:avLst/>
          </a:prstGeom>
          <a:gradFill>
            <a:gsLst>
              <a:gs pos="0">
                <a:srgbClr val="547D28"/>
              </a:gs>
              <a:gs pos="50000">
                <a:srgbClr val="7AB539"/>
              </a:gs>
              <a:gs pos="100000">
                <a:srgbClr val="92D946"/>
              </a:gs>
            </a:gsLst>
            <a:path path="circle">
              <a:fillToRect r="100%" t="100%"/>
            </a:path>
            <a:tileRect b="-100%" l="-10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sp>
        <p:nvSpPr>
          <p:cNvPr id="101" name="Google Shape;101;p2"/>
          <p:cNvSpPr/>
          <p:nvPr/>
        </p:nvSpPr>
        <p:spPr>
          <a:xfrm flipH="1" rot="-5400000">
            <a:off x="6858000" y="4572000"/>
            <a:ext cx="4419600" cy="152400"/>
          </a:xfrm>
          <a:prstGeom prst="rect">
            <a:avLst/>
          </a:prstGeom>
          <a:solidFill>
            <a:schemeClr val="dk1"/>
          </a:solidFill>
          <a:ln cap="flat" cmpd="sng" w="25400">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pic>
        <p:nvPicPr>
          <p:cNvPr descr="Image result for megan martin stuller" id="102" name="Google Shape;102;p2">
            <a:hlinkClick action="ppaction://hlinksldjump" r:id="rId5"/>
          </p:cNvPr>
          <p:cNvPicPr preferRelativeResize="0"/>
          <p:nvPr/>
        </p:nvPicPr>
        <p:blipFill rotWithShape="1">
          <a:blip r:embed="rId6">
            <a:alphaModFix/>
          </a:blip>
          <a:srcRect b="0" l="0" r="0" t="0"/>
          <a:stretch/>
        </p:blipFill>
        <p:spPr>
          <a:xfrm>
            <a:off x="7174523" y="1219200"/>
            <a:ext cx="1371600" cy="1613647"/>
          </a:xfrm>
          <a:prstGeom prst="rect">
            <a:avLst/>
          </a:prstGeom>
          <a:noFill/>
          <a:ln cap="sq" cmpd="sng" w="57150">
            <a:solidFill>
              <a:srgbClr val="000000"/>
            </a:solidFill>
            <a:prstDash val="solid"/>
            <a:miter lim="800000"/>
            <a:headEnd len="sm" w="sm" type="none"/>
            <a:tailEnd len="sm" w="sm" type="none"/>
          </a:ln>
          <a:effectLst>
            <a:outerShdw blurRad="57150" rotWithShape="0" algn="tl" dir="2700000" dist="50800">
              <a:srgbClr val="000000">
                <a:alpha val="40000"/>
              </a:srgbClr>
            </a:outerShdw>
          </a:effectLst>
        </p:spPr>
      </p:pic>
      <p:sp>
        <p:nvSpPr>
          <p:cNvPr id="103" name="Google Shape;103;p2"/>
          <p:cNvSpPr/>
          <p:nvPr/>
        </p:nvSpPr>
        <p:spPr>
          <a:xfrm>
            <a:off x="7015528" y="2702169"/>
            <a:ext cx="1976072" cy="381000"/>
          </a:xfrm>
          <a:prstGeom prst="wedgeRectCallout">
            <a:avLst>
              <a:gd fmla="val 21701" name="adj1"/>
              <a:gd fmla="val 114808" name="adj2"/>
            </a:avLst>
          </a:prstGeom>
          <a:solidFill>
            <a:schemeClr val="dk1"/>
          </a:solidFill>
          <a:ln cap="flat" cmpd="sng" w="25400">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b="1" i="0" lang="en-US" sz="1800" u="none" cap="none" strike="noStrike">
                <a:solidFill>
                  <a:schemeClr val="lt1"/>
                </a:solidFill>
                <a:latin typeface="Arial"/>
                <a:ea typeface="Arial"/>
                <a:cs typeface="Arial"/>
                <a:sym typeface="Arial"/>
              </a:rPr>
              <a:t>Megan Martin</a:t>
            </a:r>
            <a:endParaRPr b="1" i="0" sz="1800" u="none" cap="none" strike="noStrike">
              <a:solidFill>
                <a:schemeClr val="lt1"/>
              </a:solidFill>
              <a:latin typeface="Arial"/>
              <a:ea typeface="Arial"/>
              <a:cs typeface="Arial"/>
              <a:sym typeface="Arial"/>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8" name="Shape 108"/>
        <p:cNvGrpSpPr/>
        <p:nvPr/>
      </p:nvGrpSpPr>
      <p:grpSpPr>
        <a:xfrm>
          <a:off x="0" y="0"/>
          <a:ext cx="0" cy="0"/>
          <a:chOff x="0" y="0"/>
          <a:chExt cx="0" cy="0"/>
        </a:xfrm>
      </p:grpSpPr>
      <p:cxnSp>
        <p:nvCxnSpPr>
          <p:cNvPr id="109" name="Google Shape;109;p3"/>
          <p:cNvCxnSpPr>
            <a:stCxn id="110" idx="3"/>
          </p:cNvCxnSpPr>
          <p:nvPr/>
        </p:nvCxnSpPr>
        <p:spPr>
          <a:xfrm>
            <a:off x="5562600" y="3550920"/>
            <a:ext cx="1066800" cy="0"/>
          </a:xfrm>
          <a:prstGeom prst="straightConnector1">
            <a:avLst/>
          </a:prstGeom>
          <a:noFill/>
          <a:ln cap="flat" cmpd="sng" w="28575">
            <a:solidFill>
              <a:srgbClr val="00FF00"/>
            </a:solidFill>
            <a:prstDash val="solid"/>
            <a:round/>
            <a:headEnd len="sm" w="sm" type="none"/>
            <a:tailEnd len="med" w="med" type="stealth"/>
          </a:ln>
        </p:spPr>
      </p:cxnSp>
      <p:cxnSp>
        <p:nvCxnSpPr>
          <p:cNvPr id="111" name="Google Shape;111;p3"/>
          <p:cNvCxnSpPr>
            <a:stCxn id="112" idx="3"/>
          </p:cNvCxnSpPr>
          <p:nvPr/>
        </p:nvCxnSpPr>
        <p:spPr>
          <a:xfrm>
            <a:off x="2209800" y="3581400"/>
            <a:ext cx="1143000" cy="0"/>
          </a:xfrm>
          <a:prstGeom prst="straightConnector1">
            <a:avLst/>
          </a:prstGeom>
          <a:noFill/>
          <a:ln cap="flat" cmpd="sng" w="28575">
            <a:solidFill>
              <a:srgbClr val="00FF00"/>
            </a:solidFill>
            <a:prstDash val="solid"/>
            <a:round/>
            <a:headEnd len="sm" w="sm" type="none"/>
            <a:tailEnd len="med" w="med" type="stealth"/>
          </a:ln>
        </p:spPr>
      </p:cxnSp>
      <p:sp>
        <p:nvSpPr>
          <p:cNvPr id="113" name="Google Shape;113;p3"/>
          <p:cNvSpPr/>
          <p:nvPr/>
        </p:nvSpPr>
        <p:spPr>
          <a:xfrm rot="5400000">
            <a:off x="6000750" y="3120390"/>
            <a:ext cx="518160" cy="3451860"/>
          </a:xfrm>
          <a:prstGeom prst="rightBracket">
            <a:avLst>
              <a:gd fmla="val 8333" name="adj"/>
            </a:avLst>
          </a:prstGeom>
          <a:noFill/>
          <a:ln cap="flat" cmpd="sng" w="28575">
            <a:solidFill>
              <a:srgbClr val="00FF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14" name="Google Shape;114;p3"/>
          <p:cNvSpPr/>
          <p:nvPr/>
        </p:nvSpPr>
        <p:spPr>
          <a:xfrm rot="-5400000">
            <a:off x="6000750" y="544829"/>
            <a:ext cx="518160" cy="3451860"/>
          </a:xfrm>
          <a:prstGeom prst="rightBracket">
            <a:avLst>
              <a:gd fmla="val 8333" name="adj"/>
            </a:avLst>
          </a:prstGeom>
          <a:noFill/>
          <a:ln cap="flat" cmpd="sng" w="28575">
            <a:solidFill>
              <a:srgbClr val="00FF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15" name="Google Shape;115;p3"/>
          <p:cNvSpPr/>
          <p:nvPr/>
        </p:nvSpPr>
        <p:spPr>
          <a:xfrm flipH="1" rot="10800000">
            <a:off x="2468880" y="6553199"/>
            <a:ext cx="6675120" cy="304799"/>
          </a:xfrm>
          <a:prstGeom prst="rect">
            <a:avLst/>
          </a:prstGeom>
          <a:solidFill>
            <a:schemeClr val="dk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sp>
        <p:nvSpPr>
          <p:cNvPr id="116" name="Google Shape;116;p3"/>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chemeClr val="dk1"/>
              </a:buClr>
              <a:buSzPts val="4400"/>
              <a:buFont typeface="Arial"/>
              <a:buNone/>
            </a:pPr>
            <a:r>
              <a:rPr lang="en-US">
                <a:latin typeface="Arial"/>
                <a:ea typeface="Arial"/>
                <a:cs typeface="Arial"/>
                <a:sym typeface="Arial"/>
              </a:rPr>
              <a:t>The Model</a:t>
            </a:r>
            <a:endParaRPr/>
          </a:p>
        </p:txBody>
      </p:sp>
      <p:sp>
        <p:nvSpPr>
          <p:cNvPr id="112" name="Google Shape;112;p3">
            <a:hlinkClick/>
          </p:cNvPr>
          <p:cNvSpPr/>
          <p:nvPr/>
        </p:nvSpPr>
        <p:spPr>
          <a:xfrm>
            <a:off x="152400" y="2590800"/>
            <a:ext cx="2057400" cy="1981200"/>
          </a:xfrm>
          <a:prstGeom prst="rect">
            <a:avLst/>
          </a:prstGeom>
          <a:solidFill>
            <a:schemeClr val="lt1"/>
          </a:solidFill>
          <a:ln cap="flat" cmpd="sng" w="25400">
            <a:solidFill>
              <a:schemeClr val="dk1"/>
            </a:solidFill>
            <a:prstDash val="solid"/>
            <a:round/>
            <a:headEnd len="sm" w="sm" type="none"/>
            <a:tailEnd len="sm" w="sm" type="none"/>
          </a:ln>
          <a:effectLst>
            <a:outerShdw blurRad="50800" rotWithShape="0" algn="bl" dir="18900000" dist="38100">
              <a:srgbClr val="000000">
                <a:alpha val="40000"/>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rPr b="0" i="0" lang="en-US" sz="2400" u="none" cap="none" strike="noStrike">
                <a:solidFill>
                  <a:schemeClr val="dk1"/>
                </a:solidFill>
                <a:latin typeface="Constantia"/>
                <a:ea typeface="Constantia"/>
                <a:cs typeface="Constantia"/>
                <a:sym typeface="Constantia"/>
              </a:rPr>
              <a:t>Training Program</a:t>
            </a:r>
            <a:endParaRPr/>
          </a:p>
          <a:p>
            <a:pPr indent="-285750" lvl="0" marL="285750" marR="0" rtl="0" algn="l">
              <a:spcBef>
                <a:spcPts val="0"/>
              </a:spcBef>
              <a:spcAft>
                <a:spcPts val="0"/>
              </a:spcAft>
              <a:buClr>
                <a:schemeClr val="dk1"/>
              </a:buClr>
              <a:buSzPts val="1800"/>
              <a:buFont typeface="Arial"/>
              <a:buChar char="•"/>
            </a:pPr>
            <a:r>
              <a:rPr b="0" i="0" lang="en-US" sz="1800" u="none" cap="none" strike="noStrike">
                <a:solidFill>
                  <a:schemeClr val="dk1"/>
                </a:solidFill>
                <a:latin typeface="Constantia"/>
                <a:ea typeface="Constantia"/>
                <a:cs typeface="Constantia"/>
                <a:sym typeface="Constantia"/>
              </a:rPr>
              <a:t>Assessment</a:t>
            </a:r>
            <a:endParaRPr/>
          </a:p>
          <a:p>
            <a:pPr indent="-285750" lvl="0" marL="285750" marR="0" rtl="0" algn="l">
              <a:spcBef>
                <a:spcPts val="0"/>
              </a:spcBef>
              <a:spcAft>
                <a:spcPts val="0"/>
              </a:spcAft>
              <a:buClr>
                <a:schemeClr val="dk1"/>
              </a:buClr>
              <a:buSzPts val="1800"/>
              <a:buFont typeface="Arial"/>
              <a:buChar char="•"/>
            </a:pPr>
            <a:r>
              <a:rPr b="0" i="0" lang="en-US" sz="1800" u="none" cap="none" strike="noStrike">
                <a:solidFill>
                  <a:schemeClr val="dk1"/>
                </a:solidFill>
                <a:latin typeface="Constantia"/>
                <a:ea typeface="Constantia"/>
                <a:cs typeface="Constantia"/>
                <a:sym typeface="Constantia"/>
              </a:rPr>
              <a:t>Content</a:t>
            </a:r>
            <a:endParaRPr/>
          </a:p>
          <a:p>
            <a:pPr indent="-285750" lvl="0" marL="285750" marR="0" rtl="0" algn="l">
              <a:spcBef>
                <a:spcPts val="0"/>
              </a:spcBef>
              <a:spcAft>
                <a:spcPts val="0"/>
              </a:spcAft>
              <a:buClr>
                <a:schemeClr val="dk1"/>
              </a:buClr>
              <a:buSzPts val="1800"/>
              <a:buFont typeface="Arial"/>
              <a:buChar char="•"/>
            </a:pPr>
            <a:r>
              <a:rPr b="0" i="0" lang="en-US" sz="1800" u="none" cap="none" strike="noStrike">
                <a:solidFill>
                  <a:schemeClr val="dk1"/>
                </a:solidFill>
                <a:latin typeface="Constantia"/>
                <a:ea typeface="Constantia"/>
                <a:cs typeface="Constantia"/>
                <a:sym typeface="Constantia"/>
              </a:rPr>
              <a:t>Role-play</a:t>
            </a:r>
            <a:endParaRPr/>
          </a:p>
        </p:txBody>
      </p:sp>
      <p:sp>
        <p:nvSpPr>
          <p:cNvPr id="110" name="Google Shape;110;p3">
            <a:hlinkClick/>
          </p:cNvPr>
          <p:cNvSpPr/>
          <p:nvPr/>
        </p:nvSpPr>
        <p:spPr>
          <a:xfrm>
            <a:off x="3505200" y="2529839"/>
            <a:ext cx="2057400" cy="2042161"/>
          </a:xfrm>
          <a:prstGeom prst="rect">
            <a:avLst/>
          </a:prstGeom>
          <a:solidFill>
            <a:schemeClr val="lt1"/>
          </a:solidFill>
          <a:ln cap="flat" cmpd="sng" w="25400">
            <a:solidFill>
              <a:schemeClr val="dk1"/>
            </a:solidFill>
            <a:prstDash val="solid"/>
            <a:round/>
            <a:headEnd len="sm" w="sm" type="none"/>
            <a:tailEnd len="sm" w="sm" type="none"/>
          </a:ln>
          <a:effectLst>
            <a:outerShdw blurRad="50800" rotWithShape="0" algn="bl" dir="18900000" dist="38100">
              <a:srgbClr val="000000">
                <a:alpha val="40000"/>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rPr b="0" i="0" lang="en-US" sz="2400" u="none" cap="none" strike="noStrike">
                <a:solidFill>
                  <a:schemeClr val="dk1"/>
                </a:solidFill>
                <a:latin typeface="Constantia"/>
                <a:ea typeface="Constantia"/>
                <a:cs typeface="Constantia"/>
                <a:sym typeface="Constantia"/>
              </a:rPr>
              <a:t>Execution / Practice</a:t>
            </a:r>
            <a:endParaRPr/>
          </a:p>
          <a:p>
            <a:pPr indent="-285750" lvl="0" marL="285750" marR="0" rtl="0" algn="l">
              <a:spcBef>
                <a:spcPts val="0"/>
              </a:spcBef>
              <a:spcAft>
                <a:spcPts val="0"/>
              </a:spcAft>
              <a:buClr>
                <a:schemeClr val="dk1"/>
              </a:buClr>
              <a:buSzPts val="1800"/>
              <a:buFont typeface="Arial"/>
              <a:buChar char="•"/>
            </a:pPr>
            <a:r>
              <a:rPr b="0" i="0" lang="en-US" sz="1800" u="none" cap="none" strike="noStrike">
                <a:solidFill>
                  <a:schemeClr val="dk1"/>
                </a:solidFill>
                <a:latin typeface="Constantia"/>
                <a:ea typeface="Constantia"/>
                <a:cs typeface="Constantia"/>
                <a:sym typeface="Constantia"/>
              </a:rPr>
              <a:t>Plan</a:t>
            </a:r>
            <a:endParaRPr/>
          </a:p>
          <a:p>
            <a:pPr indent="-285750" lvl="0" marL="285750" marR="0" rtl="0" algn="l">
              <a:spcBef>
                <a:spcPts val="0"/>
              </a:spcBef>
              <a:spcAft>
                <a:spcPts val="0"/>
              </a:spcAft>
              <a:buClr>
                <a:schemeClr val="dk1"/>
              </a:buClr>
              <a:buSzPts val="1800"/>
              <a:buFont typeface="Arial"/>
              <a:buChar char="•"/>
            </a:pPr>
            <a:r>
              <a:rPr b="0" i="0" lang="en-US" sz="1800" u="none" cap="none" strike="noStrike">
                <a:solidFill>
                  <a:schemeClr val="dk1"/>
                </a:solidFill>
                <a:latin typeface="Constantia"/>
                <a:ea typeface="Constantia"/>
                <a:cs typeface="Constantia"/>
                <a:sym typeface="Constantia"/>
              </a:rPr>
              <a:t>Classify</a:t>
            </a:r>
            <a:endParaRPr/>
          </a:p>
          <a:p>
            <a:pPr indent="-285750" lvl="0" marL="285750" marR="0" rtl="0" algn="l">
              <a:spcBef>
                <a:spcPts val="0"/>
              </a:spcBef>
              <a:spcAft>
                <a:spcPts val="0"/>
              </a:spcAft>
              <a:buClr>
                <a:schemeClr val="dk1"/>
              </a:buClr>
              <a:buSzPts val="1800"/>
              <a:buFont typeface="Arial"/>
              <a:buChar char="•"/>
            </a:pPr>
            <a:r>
              <a:rPr b="0" i="0" lang="en-US" sz="1800" u="none" cap="none" strike="noStrike">
                <a:solidFill>
                  <a:schemeClr val="dk1"/>
                </a:solidFill>
                <a:latin typeface="Constantia"/>
                <a:ea typeface="Constantia"/>
                <a:cs typeface="Constantia"/>
                <a:sym typeface="Constantia"/>
              </a:rPr>
              <a:t>Adjust</a:t>
            </a:r>
            <a:endParaRPr/>
          </a:p>
          <a:p>
            <a:pPr indent="-285750" lvl="0" marL="285750" marR="0" rtl="0" algn="l">
              <a:spcBef>
                <a:spcPts val="0"/>
              </a:spcBef>
              <a:spcAft>
                <a:spcPts val="0"/>
              </a:spcAft>
              <a:buClr>
                <a:schemeClr val="dk1"/>
              </a:buClr>
              <a:buSzPts val="1800"/>
              <a:buFont typeface="Arial"/>
              <a:buChar char="•"/>
            </a:pPr>
            <a:r>
              <a:rPr b="0" i="0" lang="en-US" sz="1800" u="none" cap="none" strike="noStrike">
                <a:solidFill>
                  <a:schemeClr val="dk1"/>
                </a:solidFill>
                <a:latin typeface="Constantia"/>
                <a:ea typeface="Constantia"/>
                <a:cs typeface="Constantia"/>
                <a:sym typeface="Constantia"/>
              </a:rPr>
              <a:t>Action</a:t>
            </a:r>
            <a:endParaRPr/>
          </a:p>
        </p:txBody>
      </p:sp>
      <p:cxnSp>
        <p:nvCxnSpPr>
          <p:cNvPr id="117" name="Google Shape;117;p3"/>
          <p:cNvCxnSpPr/>
          <p:nvPr/>
        </p:nvCxnSpPr>
        <p:spPr>
          <a:xfrm flipH="1" rot="10800000">
            <a:off x="6621780" y="3143249"/>
            <a:ext cx="533400" cy="407670"/>
          </a:xfrm>
          <a:prstGeom prst="straightConnector1">
            <a:avLst/>
          </a:prstGeom>
          <a:noFill/>
          <a:ln cap="flat" cmpd="sng" w="28575">
            <a:solidFill>
              <a:srgbClr val="00FF00"/>
            </a:solidFill>
            <a:prstDash val="solid"/>
            <a:round/>
            <a:headEnd len="sm" w="sm" type="none"/>
            <a:tailEnd len="med" w="med" type="stealth"/>
          </a:ln>
        </p:spPr>
      </p:cxnSp>
      <p:cxnSp>
        <p:nvCxnSpPr>
          <p:cNvPr id="118" name="Google Shape;118;p3"/>
          <p:cNvCxnSpPr/>
          <p:nvPr/>
        </p:nvCxnSpPr>
        <p:spPr>
          <a:xfrm>
            <a:off x="6621780" y="3581400"/>
            <a:ext cx="533400" cy="304800"/>
          </a:xfrm>
          <a:prstGeom prst="straightConnector1">
            <a:avLst/>
          </a:prstGeom>
          <a:noFill/>
          <a:ln cap="flat" cmpd="sng" w="28575">
            <a:solidFill>
              <a:srgbClr val="00FF00"/>
            </a:solidFill>
            <a:prstDash val="solid"/>
            <a:round/>
            <a:headEnd len="sm" w="sm" type="none"/>
            <a:tailEnd len="med" w="med" type="stealth"/>
          </a:ln>
        </p:spPr>
      </p:cxnSp>
      <p:sp>
        <p:nvSpPr>
          <p:cNvPr id="119" name="Google Shape;119;p3">
            <a:hlinkClick action="ppaction://hlinksldjump" r:id="rId3"/>
          </p:cNvPr>
          <p:cNvSpPr/>
          <p:nvPr/>
        </p:nvSpPr>
        <p:spPr>
          <a:xfrm>
            <a:off x="6918960" y="2514600"/>
            <a:ext cx="2057400" cy="609600"/>
          </a:xfrm>
          <a:prstGeom prst="rect">
            <a:avLst/>
          </a:prstGeom>
          <a:solidFill>
            <a:schemeClr val="lt1"/>
          </a:solidFill>
          <a:ln cap="flat" cmpd="sng" w="25400">
            <a:solidFill>
              <a:srgbClr val="00FF00"/>
            </a:solidFill>
            <a:prstDash val="solid"/>
            <a:round/>
            <a:headEnd len="sm" w="sm" type="none"/>
            <a:tailEnd len="sm" w="sm" type="none"/>
          </a:ln>
          <a:effectLst>
            <a:outerShdw blurRad="50800" rotWithShape="0" algn="l" dist="38100">
              <a:srgbClr val="000000">
                <a:alpha val="40000"/>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rPr b="0" i="0" lang="en-US" sz="1800" u="none" cap="none" strike="noStrike">
                <a:solidFill>
                  <a:schemeClr val="dk1"/>
                </a:solidFill>
                <a:latin typeface="Constantia"/>
                <a:ea typeface="Constantia"/>
                <a:cs typeface="Constantia"/>
                <a:sym typeface="Constantia"/>
              </a:rPr>
              <a:t>Revenue Generation +/-</a:t>
            </a:r>
            <a:endParaRPr b="0" i="0" sz="1800" u="none" cap="none" strike="noStrike">
              <a:solidFill>
                <a:schemeClr val="dk1"/>
              </a:solidFill>
              <a:latin typeface="Constantia"/>
              <a:ea typeface="Constantia"/>
              <a:cs typeface="Constantia"/>
              <a:sym typeface="Constantia"/>
            </a:endParaRPr>
          </a:p>
        </p:txBody>
      </p:sp>
      <p:sp>
        <p:nvSpPr>
          <p:cNvPr id="120" name="Google Shape;120;p3">
            <a:hlinkClick action="ppaction://hlinksldjump" r:id="rId4"/>
          </p:cNvPr>
          <p:cNvSpPr/>
          <p:nvPr/>
        </p:nvSpPr>
        <p:spPr>
          <a:xfrm>
            <a:off x="6934200" y="3962400"/>
            <a:ext cx="2057400" cy="609600"/>
          </a:xfrm>
          <a:prstGeom prst="rect">
            <a:avLst/>
          </a:prstGeom>
          <a:solidFill>
            <a:schemeClr val="lt1"/>
          </a:solidFill>
          <a:ln cap="flat" cmpd="sng" w="25400">
            <a:solidFill>
              <a:srgbClr val="00FF00"/>
            </a:solidFill>
            <a:prstDash val="solid"/>
            <a:round/>
            <a:headEnd len="sm" w="sm" type="none"/>
            <a:tailEnd len="sm" w="sm" type="none"/>
          </a:ln>
          <a:effectLst>
            <a:outerShdw blurRad="50800" rotWithShape="0" algn="l" dist="38100">
              <a:srgbClr val="000000">
                <a:alpha val="40000"/>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rPr b="0" i="0" lang="en-US" sz="1800" u="none" cap="none" strike="noStrike">
                <a:solidFill>
                  <a:schemeClr val="dk1"/>
                </a:solidFill>
                <a:latin typeface="Constantia"/>
                <a:ea typeface="Constantia"/>
                <a:cs typeface="Constantia"/>
                <a:sym typeface="Constantia"/>
              </a:rPr>
              <a:t>Market   Orientation +/-</a:t>
            </a:r>
            <a:endParaRPr b="0" i="0" sz="1800" u="none" cap="none" strike="noStrike">
              <a:solidFill>
                <a:schemeClr val="dk1"/>
              </a:solidFill>
              <a:latin typeface="Constantia"/>
              <a:ea typeface="Constantia"/>
              <a:cs typeface="Constantia"/>
              <a:sym typeface="Constantia"/>
            </a:endParaRPr>
          </a:p>
        </p:txBody>
      </p:sp>
      <p:sp>
        <p:nvSpPr>
          <p:cNvPr id="121" name="Google Shape;121;p3"/>
          <p:cNvSpPr/>
          <p:nvPr/>
        </p:nvSpPr>
        <p:spPr>
          <a:xfrm flipH="1">
            <a:off x="0" y="6553200"/>
            <a:ext cx="3124200" cy="304800"/>
          </a:xfrm>
          <a:prstGeom prst="rect">
            <a:avLst/>
          </a:prstGeom>
          <a:gradFill>
            <a:gsLst>
              <a:gs pos="0">
                <a:srgbClr val="547D28"/>
              </a:gs>
              <a:gs pos="50000">
                <a:srgbClr val="7AB539"/>
              </a:gs>
              <a:gs pos="100000">
                <a:srgbClr val="92D946"/>
              </a:gs>
            </a:gsLst>
            <a:path path="circle">
              <a:fillToRect r="100%" t="100%"/>
            </a:path>
            <a:tileRect b="-100%" l="-10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6" name="Shape 126"/>
        <p:cNvGrpSpPr/>
        <p:nvPr/>
      </p:nvGrpSpPr>
      <p:grpSpPr>
        <a:xfrm>
          <a:off x="0" y="0"/>
          <a:ext cx="0" cy="0"/>
          <a:chOff x="0" y="0"/>
          <a:chExt cx="0" cy="0"/>
        </a:xfrm>
      </p:grpSpPr>
      <p:sp>
        <p:nvSpPr>
          <p:cNvPr id="127" name="Google Shape;127;p6"/>
          <p:cNvSpPr/>
          <p:nvPr/>
        </p:nvSpPr>
        <p:spPr>
          <a:xfrm>
            <a:off x="3370044" y="303722"/>
            <a:ext cx="2403913" cy="925828"/>
          </a:xfrm>
          <a:prstGeom prst="rect">
            <a:avLst/>
          </a:prstGeom>
          <a:solidFill>
            <a:schemeClr val="lt1"/>
          </a:solidFill>
          <a:ln cap="flat" cmpd="sng" w="25400">
            <a:solidFill>
              <a:srgbClr val="00FF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2400">
                <a:solidFill>
                  <a:schemeClr val="dk1"/>
                </a:solidFill>
                <a:latin typeface="Constantia"/>
                <a:ea typeface="Constantia"/>
                <a:cs typeface="Constantia"/>
                <a:sym typeface="Constantia"/>
              </a:rPr>
              <a:t>Revenue Generation +/-</a:t>
            </a:r>
            <a:endParaRPr sz="2400">
              <a:solidFill>
                <a:schemeClr val="dk1"/>
              </a:solidFill>
              <a:latin typeface="Constantia"/>
              <a:ea typeface="Constantia"/>
              <a:cs typeface="Constantia"/>
              <a:sym typeface="Constantia"/>
            </a:endParaRPr>
          </a:p>
        </p:txBody>
      </p:sp>
      <p:sp>
        <p:nvSpPr>
          <p:cNvPr id="128" name="Google Shape;128;p6"/>
          <p:cNvSpPr txBox="1"/>
          <p:nvPr/>
        </p:nvSpPr>
        <p:spPr>
          <a:xfrm>
            <a:off x="672478" y="1981200"/>
            <a:ext cx="7799045" cy="2246769"/>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2000">
                <a:solidFill>
                  <a:schemeClr val="dk1"/>
                </a:solidFill>
                <a:latin typeface="Constantia"/>
                <a:ea typeface="Constantia"/>
                <a:cs typeface="Constantia"/>
                <a:sym typeface="Constantia"/>
              </a:rPr>
              <a:t>Anecdotal Indicators:</a:t>
            </a:r>
            <a:endParaRPr/>
          </a:p>
          <a:p>
            <a:pPr indent="0" lvl="0" marL="0" marR="0" rtl="0" algn="l">
              <a:spcBef>
                <a:spcPts val="0"/>
              </a:spcBef>
              <a:spcAft>
                <a:spcPts val="0"/>
              </a:spcAft>
              <a:buNone/>
            </a:pPr>
            <a:r>
              <a:rPr lang="en-US" sz="2000">
                <a:solidFill>
                  <a:schemeClr val="dk1"/>
                </a:solidFill>
                <a:latin typeface="Constantia"/>
                <a:ea typeface="Constantia"/>
                <a:cs typeface="Constantia"/>
                <a:sym typeface="Constantia"/>
              </a:rPr>
              <a:t>“I’ve never seen them sell so much at a Bridge Event!” – Megan M.</a:t>
            </a:r>
            <a:endParaRPr/>
          </a:p>
          <a:p>
            <a:pPr indent="0" lvl="0" marL="0" marR="0" rtl="0" algn="l">
              <a:spcBef>
                <a:spcPts val="0"/>
              </a:spcBef>
              <a:spcAft>
                <a:spcPts val="0"/>
              </a:spcAft>
              <a:buNone/>
            </a:pPr>
            <a:r>
              <a:rPr lang="en-US" sz="2000">
                <a:solidFill>
                  <a:schemeClr val="dk1"/>
                </a:solidFill>
                <a:latin typeface="Constantia"/>
                <a:ea typeface="Constantia"/>
                <a:cs typeface="Constantia"/>
                <a:sym typeface="Constantia"/>
              </a:rPr>
              <a:t>“Breakout sales year” – Gary D.</a:t>
            </a:r>
            <a:endParaRPr/>
          </a:p>
          <a:p>
            <a:pPr indent="0" lvl="0" marL="0" marR="0" rtl="0" algn="l">
              <a:spcBef>
                <a:spcPts val="0"/>
              </a:spcBef>
              <a:spcAft>
                <a:spcPts val="0"/>
              </a:spcAft>
              <a:buNone/>
            </a:pPr>
            <a:r>
              <a:rPr lang="en-US" sz="2000">
                <a:solidFill>
                  <a:schemeClr val="dk1"/>
                </a:solidFill>
                <a:latin typeface="Constantia"/>
                <a:ea typeface="Constantia"/>
                <a:cs typeface="Constantia"/>
                <a:sym typeface="Constantia"/>
              </a:rPr>
              <a:t>“New departments opening because sales were so high” – Zach W.</a:t>
            </a:r>
            <a:endParaRPr/>
          </a:p>
          <a:p>
            <a:pPr indent="0" lvl="0" marL="0" marR="0" rtl="0" algn="l">
              <a:spcBef>
                <a:spcPts val="0"/>
              </a:spcBef>
              <a:spcAft>
                <a:spcPts val="0"/>
              </a:spcAft>
              <a:buNone/>
            </a:pPr>
            <a:r>
              <a:t/>
            </a:r>
            <a:endParaRPr sz="2000">
              <a:solidFill>
                <a:schemeClr val="dk1"/>
              </a:solidFill>
              <a:latin typeface="Constantia"/>
              <a:ea typeface="Constantia"/>
              <a:cs typeface="Constantia"/>
              <a:sym typeface="Constantia"/>
            </a:endParaRPr>
          </a:p>
          <a:p>
            <a:pPr indent="0" lvl="0" marL="0" marR="0" rtl="0" algn="l">
              <a:spcBef>
                <a:spcPts val="0"/>
              </a:spcBef>
              <a:spcAft>
                <a:spcPts val="0"/>
              </a:spcAft>
              <a:buNone/>
            </a:pPr>
            <a:r>
              <a:rPr b="1" lang="en-US" sz="2000">
                <a:solidFill>
                  <a:schemeClr val="dk1"/>
                </a:solidFill>
                <a:latin typeface="Constantia"/>
                <a:ea typeface="Constantia"/>
                <a:cs typeface="Constantia"/>
                <a:sym typeface="Constantia"/>
              </a:rPr>
              <a:t>Other Indicators:</a:t>
            </a:r>
            <a:r>
              <a:rPr lang="en-US" sz="2000">
                <a:solidFill>
                  <a:schemeClr val="dk1"/>
                </a:solidFill>
                <a:latin typeface="Constantia"/>
                <a:ea typeface="Constantia"/>
                <a:cs typeface="Constantia"/>
                <a:sym typeface="Constantia"/>
              </a:rPr>
              <a:t> </a:t>
            </a:r>
            <a:endParaRPr/>
          </a:p>
          <a:p>
            <a:pPr indent="0" lvl="0" marL="0" marR="0" rtl="0" algn="l">
              <a:spcBef>
                <a:spcPts val="0"/>
              </a:spcBef>
              <a:spcAft>
                <a:spcPts val="0"/>
              </a:spcAft>
              <a:buNone/>
            </a:pPr>
            <a:r>
              <a:rPr lang="en-US" sz="2000">
                <a:solidFill>
                  <a:schemeClr val="dk1"/>
                </a:solidFill>
                <a:latin typeface="Constantia"/>
                <a:ea typeface="Constantia"/>
                <a:cs typeface="Constantia"/>
                <a:sym typeface="Constantia"/>
              </a:rPr>
              <a:t>Angel Caruso</a:t>
            </a:r>
            <a:endParaRPr/>
          </a:p>
        </p:txBody>
      </p:sp>
      <p:sp>
        <p:nvSpPr>
          <p:cNvPr id="129" name="Google Shape;129;p6">
            <a:hlinkClick action="ppaction://hlinksldjump" r:id="rId3"/>
          </p:cNvPr>
          <p:cNvSpPr txBox="1"/>
          <p:nvPr/>
        </p:nvSpPr>
        <p:spPr>
          <a:xfrm>
            <a:off x="8484845" y="6550223"/>
            <a:ext cx="659155" cy="307777"/>
          </a:xfrm>
          <a:prstGeom prst="rect">
            <a:avLst/>
          </a:prstGeom>
          <a:solidFill>
            <a:srgbClr val="D8D8D8"/>
          </a:solidFill>
          <a:ln cap="flat" cmpd="sng" w="9525">
            <a:solidFill>
              <a:srgbClr val="A5A5A5"/>
            </a:solidFill>
            <a:prstDash val="solid"/>
            <a:round/>
            <a:headEnd len="sm" w="sm" type="none"/>
            <a:tailEnd len="sm" w="sm" type="none"/>
          </a:ln>
        </p:spPr>
        <p:txBody>
          <a:bodyPr anchorCtr="0" anchor="t" bIns="45700" lIns="91425" spcFirstLastPara="1" rIns="91425" wrap="square" tIns="45700">
            <a:spAutoFit/>
          </a:bodyPr>
          <a:lstStyle/>
          <a:p>
            <a:pPr indent="0" lvl="0" marL="0" marR="0" rtl="0" algn="l">
              <a:spcBef>
                <a:spcPts val="0"/>
              </a:spcBef>
              <a:spcAft>
                <a:spcPts val="0"/>
              </a:spcAft>
              <a:buNone/>
            </a:pPr>
            <a:r>
              <a:rPr lang="en-US" sz="1400">
                <a:solidFill>
                  <a:srgbClr val="FF0000"/>
                </a:solidFill>
                <a:latin typeface="Calibri"/>
                <a:ea typeface="Calibri"/>
                <a:cs typeface="Calibri"/>
                <a:sym typeface="Calibri"/>
              </a:rPr>
              <a:t>Model</a:t>
            </a:r>
            <a:endParaRPr sz="1400">
              <a:solidFill>
                <a:srgbClr val="FF0000"/>
              </a:solidFill>
              <a:latin typeface="Calibri"/>
              <a:ea typeface="Calibri"/>
              <a:cs typeface="Calibri"/>
              <a:sym typeface="Calibri"/>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4" name="Shape 134"/>
        <p:cNvGrpSpPr/>
        <p:nvPr/>
      </p:nvGrpSpPr>
      <p:grpSpPr>
        <a:xfrm>
          <a:off x="0" y="0"/>
          <a:ext cx="0" cy="0"/>
          <a:chOff x="0" y="0"/>
          <a:chExt cx="0" cy="0"/>
        </a:xfrm>
      </p:grpSpPr>
      <p:sp>
        <p:nvSpPr>
          <p:cNvPr id="135" name="Google Shape;135;p7"/>
          <p:cNvSpPr/>
          <p:nvPr/>
        </p:nvSpPr>
        <p:spPr>
          <a:xfrm>
            <a:off x="3373657" y="293125"/>
            <a:ext cx="2396687" cy="902973"/>
          </a:xfrm>
          <a:prstGeom prst="rect">
            <a:avLst/>
          </a:prstGeom>
          <a:solidFill>
            <a:schemeClr val="lt1"/>
          </a:solidFill>
          <a:ln cap="flat" cmpd="sng" w="25400">
            <a:solidFill>
              <a:srgbClr val="00FF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2400">
                <a:solidFill>
                  <a:schemeClr val="dk1"/>
                </a:solidFill>
                <a:latin typeface="Constantia"/>
                <a:ea typeface="Constantia"/>
                <a:cs typeface="Constantia"/>
                <a:sym typeface="Constantia"/>
              </a:rPr>
              <a:t>Market   Orientation +/-</a:t>
            </a:r>
            <a:endParaRPr sz="2400">
              <a:solidFill>
                <a:schemeClr val="dk1"/>
              </a:solidFill>
              <a:latin typeface="Constantia"/>
              <a:ea typeface="Constantia"/>
              <a:cs typeface="Constantia"/>
              <a:sym typeface="Constantia"/>
            </a:endParaRPr>
          </a:p>
        </p:txBody>
      </p:sp>
      <p:sp>
        <p:nvSpPr>
          <p:cNvPr id="136" name="Google Shape;136;p7"/>
          <p:cNvSpPr txBox="1"/>
          <p:nvPr/>
        </p:nvSpPr>
        <p:spPr>
          <a:xfrm>
            <a:off x="533400" y="1524000"/>
            <a:ext cx="7951445" cy="4247317"/>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1800">
                <a:solidFill>
                  <a:schemeClr val="dk1"/>
                </a:solidFill>
                <a:latin typeface="Constantia"/>
                <a:ea typeface="Constantia"/>
                <a:cs typeface="Constantia"/>
                <a:sym typeface="Constantia"/>
              </a:rPr>
              <a:t>Market orientation </a:t>
            </a:r>
            <a:r>
              <a:rPr lang="en-US" sz="1800">
                <a:solidFill>
                  <a:schemeClr val="dk1"/>
                </a:solidFill>
                <a:latin typeface="Constantia"/>
                <a:ea typeface="Constantia"/>
                <a:cs typeface="Constantia"/>
                <a:sym typeface="Constantia"/>
              </a:rPr>
              <a:t>is reflective of an organization’s culture. Thus, sales only plays a part in its formation. As we look back at this process, the value chain of the organization, provides the “footing” upon which sales will operate. For example, if a product that is not in stock cannot be sold. </a:t>
            </a:r>
            <a:endParaRPr/>
          </a:p>
          <a:p>
            <a:pPr indent="-285750" lvl="0" marL="285750" marR="0" rtl="0" algn="l">
              <a:spcBef>
                <a:spcPts val="0"/>
              </a:spcBef>
              <a:spcAft>
                <a:spcPts val="0"/>
              </a:spcAft>
              <a:buClr>
                <a:schemeClr val="dk1"/>
              </a:buClr>
              <a:buSzPts val="1800"/>
              <a:buFont typeface="Arial"/>
              <a:buChar char="•"/>
            </a:pPr>
            <a:r>
              <a:rPr lang="en-US" sz="1800">
                <a:solidFill>
                  <a:schemeClr val="dk1"/>
                </a:solidFill>
                <a:latin typeface="Constantia"/>
                <a:ea typeface="Constantia"/>
                <a:cs typeface="Constantia"/>
                <a:sym typeface="Constantia"/>
              </a:rPr>
              <a:t>Sales is a ‘key’ contributor to market orientation; it is not the driver of market orientation within an organization</a:t>
            </a:r>
            <a:endParaRPr/>
          </a:p>
          <a:p>
            <a:pPr indent="-285750" lvl="0" marL="285750" marR="0" rtl="0" algn="l">
              <a:spcBef>
                <a:spcPts val="0"/>
              </a:spcBef>
              <a:spcAft>
                <a:spcPts val="0"/>
              </a:spcAft>
              <a:buClr>
                <a:schemeClr val="dk1"/>
              </a:buClr>
              <a:buSzPts val="1800"/>
              <a:buFont typeface="Arial"/>
              <a:buChar char="•"/>
            </a:pPr>
            <a:r>
              <a:rPr lang="en-US" sz="1800">
                <a:solidFill>
                  <a:schemeClr val="dk1"/>
                </a:solidFill>
                <a:latin typeface="Constantia"/>
                <a:ea typeface="Constantia"/>
                <a:cs typeface="Constantia"/>
                <a:sym typeface="Constantia"/>
              </a:rPr>
              <a:t>Focus on Relationship building </a:t>
            </a:r>
            <a:endParaRPr sz="1800">
              <a:solidFill>
                <a:schemeClr val="dk1"/>
              </a:solidFill>
              <a:latin typeface="Constantia"/>
              <a:ea typeface="Constantia"/>
              <a:cs typeface="Constantia"/>
              <a:sym typeface="Constantia"/>
            </a:endParaRPr>
          </a:p>
          <a:p>
            <a:pPr indent="-285750" lvl="0" marL="285750" marR="0" rtl="0" algn="l">
              <a:spcBef>
                <a:spcPts val="0"/>
              </a:spcBef>
              <a:spcAft>
                <a:spcPts val="0"/>
              </a:spcAft>
              <a:buClr>
                <a:schemeClr val="dk1"/>
              </a:buClr>
              <a:buSzPts val="1800"/>
              <a:buFont typeface="Arial"/>
              <a:buChar char="•"/>
            </a:pPr>
            <a:r>
              <a:rPr lang="en-US" sz="1800">
                <a:solidFill>
                  <a:schemeClr val="dk1"/>
                </a:solidFill>
                <a:latin typeface="Constantia"/>
                <a:ea typeface="Constantia"/>
                <a:cs typeface="Constantia"/>
                <a:sym typeface="Constantia"/>
              </a:rPr>
              <a:t>Salesforce.com is only as good as the information within the system and the employees’ ability to utilize the system effectively</a:t>
            </a:r>
            <a:endParaRPr/>
          </a:p>
          <a:p>
            <a:pPr indent="-171450" lvl="0" marL="285750" marR="0" rtl="0" algn="l">
              <a:spcBef>
                <a:spcPts val="0"/>
              </a:spcBef>
              <a:spcAft>
                <a:spcPts val="0"/>
              </a:spcAft>
              <a:buClr>
                <a:schemeClr val="dk1"/>
              </a:buClr>
              <a:buSzPts val="1800"/>
              <a:buFont typeface="Arial"/>
              <a:buNone/>
            </a:pPr>
            <a:r>
              <a:t/>
            </a:r>
            <a:endParaRPr b="1" sz="1800">
              <a:solidFill>
                <a:schemeClr val="dk1"/>
              </a:solidFill>
              <a:latin typeface="Constantia"/>
              <a:ea typeface="Constantia"/>
              <a:cs typeface="Constantia"/>
              <a:sym typeface="Constantia"/>
            </a:endParaRPr>
          </a:p>
          <a:p>
            <a:pPr indent="0" lvl="0" marL="0" marR="0" rtl="0" algn="l">
              <a:spcBef>
                <a:spcPts val="0"/>
              </a:spcBef>
              <a:spcAft>
                <a:spcPts val="0"/>
              </a:spcAft>
              <a:buNone/>
            </a:pPr>
            <a:r>
              <a:rPr b="1" lang="en-US" sz="1800">
                <a:solidFill>
                  <a:schemeClr val="dk1"/>
                </a:solidFill>
                <a:latin typeface="Constantia"/>
                <a:ea typeface="Constantia"/>
                <a:cs typeface="Constantia"/>
                <a:sym typeface="Constantia"/>
              </a:rPr>
              <a:t>Anecdotal Indicators:</a:t>
            </a:r>
            <a:endParaRPr b="1" sz="1800">
              <a:solidFill>
                <a:schemeClr val="dk1"/>
              </a:solidFill>
              <a:latin typeface="Constantia"/>
              <a:ea typeface="Constantia"/>
              <a:cs typeface="Constantia"/>
              <a:sym typeface="Constantia"/>
            </a:endParaRPr>
          </a:p>
          <a:p>
            <a:pPr indent="-285750" lvl="1" marL="742950" marR="0" rtl="0" algn="l">
              <a:spcBef>
                <a:spcPts val="0"/>
              </a:spcBef>
              <a:spcAft>
                <a:spcPts val="0"/>
              </a:spcAft>
              <a:buClr>
                <a:srgbClr val="FF0000"/>
              </a:buClr>
              <a:buSzPts val="1800"/>
              <a:buFont typeface="Arial"/>
              <a:buChar char="•"/>
            </a:pPr>
            <a:r>
              <a:rPr b="0" i="0" lang="en-US" sz="1800" u="none" cap="none" strike="noStrike">
                <a:solidFill>
                  <a:srgbClr val="FF0000"/>
                </a:solidFill>
                <a:latin typeface="Constantia"/>
                <a:ea typeface="Constantia"/>
                <a:cs typeface="Constantia"/>
                <a:sym typeface="Constantia"/>
              </a:rPr>
              <a:t>“Looking at your account, your sales are down…” </a:t>
            </a:r>
            <a:endParaRPr/>
          </a:p>
          <a:p>
            <a:pPr indent="-285750" lvl="2" marL="1200150" marR="0" rtl="0" algn="l">
              <a:spcBef>
                <a:spcPts val="0"/>
              </a:spcBef>
              <a:spcAft>
                <a:spcPts val="0"/>
              </a:spcAft>
              <a:buClr>
                <a:schemeClr val="dk1"/>
              </a:buClr>
              <a:buSzPts val="1800"/>
              <a:buFont typeface="Arial"/>
              <a:buChar char="•"/>
            </a:pPr>
            <a:r>
              <a:rPr b="0" i="0" lang="en-US" sz="1800" u="none" cap="none" strike="noStrike">
                <a:solidFill>
                  <a:schemeClr val="dk1"/>
                </a:solidFill>
                <a:latin typeface="Constantia"/>
                <a:ea typeface="Constantia"/>
                <a:cs typeface="Constantia"/>
                <a:sym typeface="Constantia"/>
              </a:rPr>
              <a:t>“What are your goals for 2017?”</a:t>
            </a:r>
            <a:endParaRPr/>
          </a:p>
          <a:p>
            <a:pPr indent="-285750" lvl="2" marL="1200150" marR="0" rtl="0" algn="l">
              <a:spcBef>
                <a:spcPts val="0"/>
              </a:spcBef>
              <a:spcAft>
                <a:spcPts val="0"/>
              </a:spcAft>
              <a:buClr>
                <a:schemeClr val="dk1"/>
              </a:buClr>
              <a:buSzPts val="1800"/>
              <a:buFont typeface="Arial"/>
              <a:buChar char="•"/>
            </a:pPr>
            <a:r>
              <a:rPr b="0" i="0" lang="en-US" sz="1800" u="none" cap="none" strike="noStrike">
                <a:solidFill>
                  <a:schemeClr val="dk1"/>
                </a:solidFill>
                <a:latin typeface="Constantia"/>
                <a:ea typeface="Constantia"/>
                <a:cs typeface="Constantia"/>
                <a:sym typeface="Constantia"/>
              </a:rPr>
              <a:t>“What has been holding your business back?”</a:t>
            </a:r>
            <a:endParaRPr/>
          </a:p>
          <a:p>
            <a:pPr indent="-285750" lvl="2" marL="1200150" marR="0" rtl="0" algn="l">
              <a:spcBef>
                <a:spcPts val="0"/>
              </a:spcBef>
              <a:spcAft>
                <a:spcPts val="0"/>
              </a:spcAft>
              <a:buClr>
                <a:schemeClr val="dk1"/>
              </a:buClr>
              <a:buSzPts val="1800"/>
              <a:buFont typeface="Arial"/>
              <a:buChar char="•"/>
            </a:pPr>
            <a:r>
              <a:rPr b="0" i="0" lang="en-US" sz="1800" u="none" cap="none" strike="noStrike">
                <a:solidFill>
                  <a:schemeClr val="dk1"/>
                </a:solidFill>
                <a:latin typeface="Constantia"/>
                <a:ea typeface="Constantia"/>
                <a:cs typeface="Constantia"/>
                <a:sym typeface="Constantia"/>
              </a:rPr>
              <a:t>“How can Stuller help you achieve your goals?”</a:t>
            </a:r>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0" name="Shape 140"/>
        <p:cNvGrpSpPr/>
        <p:nvPr/>
      </p:nvGrpSpPr>
      <p:grpSpPr>
        <a:xfrm>
          <a:off x="0" y="0"/>
          <a:ext cx="0" cy="0"/>
          <a:chOff x="0" y="0"/>
          <a:chExt cx="0" cy="0"/>
        </a:xfrm>
      </p:grpSpPr>
      <p:sp>
        <p:nvSpPr>
          <p:cNvPr id="141" name="Google Shape;141;p8"/>
          <p:cNvSpPr/>
          <p:nvPr/>
        </p:nvSpPr>
        <p:spPr>
          <a:xfrm flipH="1" rot="-5400000">
            <a:off x="3109547" y="137747"/>
            <a:ext cx="3001106" cy="8305800"/>
          </a:xfrm>
          <a:prstGeom prst="rect">
            <a:avLst/>
          </a:prstGeom>
          <a:gradFill>
            <a:gsLst>
              <a:gs pos="0">
                <a:srgbClr val="547D28"/>
              </a:gs>
              <a:gs pos="50000">
                <a:srgbClr val="7AB539"/>
              </a:gs>
              <a:gs pos="100000">
                <a:srgbClr val="92D946"/>
              </a:gs>
            </a:gsLst>
            <a:lin ang="8100000" scaled="0"/>
          </a:gradFill>
          <a:ln cap="flat" cmpd="sng" w="25400">
            <a:solidFill>
              <a:srgbClr val="92D05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42" name="Google Shape;142;p8"/>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p>
            <a:pPr indent="0" lvl="0" marL="0" rtl="0" algn="r">
              <a:spcBef>
                <a:spcPts val="0"/>
              </a:spcBef>
              <a:spcAft>
                <a:spcPts val="0"/>
              </a:spcAft>
              <a:buClr>
                <a:schemeClr val="dk1"/>
              </a:buClr>
              <a:buSzPts val="4400"/>
              <a:buFont typeface="Arial"/>
              <a:buNone/>
            </a:pPr>
            <a:r>
              <a:rPr lang="en-US">
                <a:latin typeface="Arial"/>
                <a:ea typeface="Arial"/>
                <a:cs typeface="Arial"/>
                <a:sym typeface="Arial"/>
              </a:rPr>
              <a:t>Testimony</a:t>
            </a:r>
            <a:endParaRPr/>
          </a:p>
        </p:txBody>
      </p:sp>
      <p:sp>
        <p:nvSpPr>
          <p:cNvPr id="143" name="Google Shape;143;p8"/>
          <p:cNvSpPr txBox="1"/>
          <p:nvPr>
            <p:ph idx="1" type="body"/>
          </p:nvPr>
        </p:nvSpPr>
        <p:spPr>
          <a:xfrm>
            <a:off x="495300" y="2895600"/>
            <a:ext cx="8229600" cy="2743199"/>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Clr>
                <a:schemeClr val="dk1"/>
              </a:buClr>
              <a:buSzPts val="2000"/>
              <a:buNone/>
            </a:pPr>
            <a:r>
              <a:rPr lang="en-US" sz="2000">
                <a:solidFill>
                  <a:schemeClr val="dk1"/>
                </a:solidFill>
                <a:latin typeface="Constantia"/>
                <a:ea typeface="Constantia"/>
                <a:cs typeface="Constantia"/>
                <a:sym typeface="Constantia"/>
              </a:rPr>
              <a:t>“Reece is an extremely talented teacher and trainer through his experience-based as well as research-based techniques. His passion and unique ability to infiltrate the minds and perceptions of his pupils is inspiring. He was able to teach the steps of the sales process and phrase it in a conversational tone to create a comfortable sales environment. The respect and endearing tone Reece receives from his pupils speaks volumes to his ability to take the sales talent to the next level. This ability breaks through the many self-built walls that sales people do not realize they have built in their minds.” </a:t>
            </a:r>
            <a:endParaRPr/>
          </a:p>
        </p:txBody>
      </p:sp>
      <p:pic>
        <p:nvPicPr>
          <p:cNvPr descr="Image result for megan martin stuller" id="144" name="Google Shape;144;p8"/>
          <p:cNvPicPr preferRelativeResize="0"/>
          <p:nvPr/>
        </p:nvPicPr>
        <p:blipFill rotWithShape="1">
          <a:blip r:embed="rId3">
            <a:alphaModFix/>
          </a:blip>
          <a:srcRect b="0" l="0" r="0" t="0"/>
          <a:stretch/>
        </p:blipFill>
        <p:spPr>
          <a:xfrm>
            <a:off x="457200" y="694075"/>
            <a:ext cx="1371600" cy="1613647"/>
          </a:xfrm>
          <a:prstGeom prst="rect">
            <a:avLst/>
          </a:prstGeom>
          <a:noFill/>
          <a:ln cap="sq" cmpd="sng" w="57150">
            <a:solidFill>
              <a:srgbClr val="000000"/>
            </a:solidFill>
            <a:prstDash val="solid"/>
            <a:miter lim="800000"/>
            <a:headEnd len="sm" w="sm" type="none"/>
            <a:tailEnd len="sm" w="sm" type="none"/>
          </a:ln>
          <a:effectLst>
            <a:outerShdw blurRad="57150" rotWithShape="0" algn="tl" dir="2700000" dist="50800">
              <a:srgbClr val="000000">
                <a:alpha val="40000"/>
              </a:srgbClr>
            </a:outerShdw>
          </a:effectLst>
        </p:spPr>
      </p:pic>
      <p:sp>
        <p:nvSpPr>
          <p:cNvPr id="145" name="Google Shape;145;p8"/>
          <p:cNvSpPr/>
          <p:nvPr/>
        </p:nvSpPr>
        <p:spPr>
          <a:xfrm>
            <a:off x="298205" y="2177044"/>
            <a:ext cx="1976072" cy="381000"/>
          </a:xfrm>
          <a:prstGeom prst="wedgeRectCallout">
            <a:avLst>
              <a:gd fmla="val 21701" name="adj1"/>
              <a:gd fmla="val 114808" name="adj2"/>
            </a:avLst>
          </a:prstGeom>
          <a:solidFill>
            <a:schemeClr val="dk1"/>
          </a:solidFill>
          <a:ln cap="flat" cmpd="sng" w="25400">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b="1" lang="en-US" sz="1800">
                <a:solidFill>
                  <a:schemeClr val="lt1"/>
                </a:solidFill>
                <a:latin typeface="Arial"/>
                <a:ea typeface="Arial"/>
                <a:cs typeface="Arial"/>
                <a:sym typeface="Arial"/>
              </a:rPr>
              <a:t>Megan Martin</a:t>
            </a:r>
            <a:endParaRPr b="1" sz="1800">
              <a:solidFill>
                <a:schemeClr val="lt1"/>
              </a:solidFill>
              <a:latin typeface="Arial"/>
              <a:ea typeface="Arial"/>
              <a:cs typeface="Arial"/>
              <a:sym typeface="Arial"/>
            </a:endParaRPr>
          </a:p>
        </p:txBody>
      </p:sp>
      <p:sp>
        <p:nvSpPr>
          <p:cNvPr id="146" name="Google Shape;146;p8"/>
          <p:cNvSpPr/>
          <p:nvPr/>
        </p:nvSpPr>
        <p:spPr>
          <a:xfrm flipH="1">
            <a:off x="0" y="6629400"/>
            <a:ext cx="9144000" cy="228600"/>
          </a:xfrm>
          <a:prstGeom prst="rect">
            <a:avLst/>
          </a:prstGeom>
          <a:solidFill>
            <a:schemeClr val="dk1"/>
          </a:solidFill>
          <a:ln cap="flat" cmpd="sng" w="25400">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47" name="Google Shape;147;p8">
            <a:hlinkClick action="ppaction://hlinksldjump" r:id="rId4"/>
          </p:cNvPr>
          <p:cNvSpPr txBox="1"/>
          <p:nvPr/>
        </p:nvSpPr>
        <p:spPr>
          <a:xfrm>
            <a:off x="8433422" y="6226129"/>
            <a:ext cx="659155" cy="307777"/>
          </a:xfrm>
          <a:prstGeom prst="rect">
            <a:avLst/>
          </a:prstGeom>
          <a:solidFill>
            <a:srgbClr val="D8D8D8"/>
          </a:solidFill>
          <a:ln cap="flat" cmpd="sng" w="9525">
            <a:solidFill>
              <a:srgbClr val="A5A5A5"/>
            </a:solidFill>
            <a:prstDash val="solid"/>
            <a:round/>
            <a:headEnd len="sm" w="sm" type="none"/>
            <a:tailEnd len="sm" w="sm" type="none"/>
          </a:ln>
        </p:spPr>
        <p:txBody>
          <a:bodyPr anchorCtr="0" anchor="t" bIns="45700" lIns="91425" spcFirstLastPara="1" rIns="91425" wrap="square" tIns="45700">
            <a:spAutoFit/>
          </a:bodyPr>
          <a:lstStyle/>
          <a:p>
            <a:pPr indent="0" lvl="0" marL="0" marR="0" rtl="0" algn="l">
              <a:spcBef>
                <a:spcPts val="0"/>
              </a:spcBef>
              <a:spcAft>
                <a:spcPts val="0"/>
              </a:spcAft>
              <a:buNone/>
            </a:pPr>
            <a:r>
              <a:rPr lang="en-US" sz="1400">
                <a:solidFill>
                  <a:srgbClr val="FF0000"/>
                </a:solidFill>
                <a:latin typeface="Calibri"/>
                <a:ea typeface="Calibri"/>
                <a:cs typeface="Calibri"/>
                <a:sym typeface="Calibri"/>
              </a:rPr>
              <a:t>Model</a:t>
            </a:r>
            <a:endParaRPr sz="1400">
              <a:solidFill>
                <a:srgbClr val="FF0000"/>
              </a:solidFill>
              <a:latin typeface="Calibri"/>
              <a:ea typeface="Calibri"/>
              <a:cs typeface="Calibri"/>
              <a:sym typeface="Calibri"/>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1" name="Shape 151"/>
        <p:cNvGrpSpPr/>
        <p:nvPr/>
      </p:nvGrpSpPr>
      <p:grpSpPr>
        <a:xfrm>
          <a:off x="0" y="0"/>
          <a:ext cx="0" cy="0"/>
          <a:chOff x="0" y="0"/>
          <a:chExt cx="0" cy="0"/>
        </a:xfrm>
      </p:grpSpPr>
      <p:pic>
        <p:nvPicPr>
          <p:cNvPr descr="Image result for blaine latiolais stuller" id="152" name="Google Shape;152;p9"/>
          <p:cNvPicPr preferRelativeResize="0"/>
          <p:nvPr/>
        </p:nvPicPr>
        <p:blipFill rotWithShape="1">
          <a:blip r:embed="rId3">
            <a:alphaModFix/>
          </a:blip>
          <a:srcRect b="0" l="0" r="67188" t="0"/>
          <a:stretch/>
        </p:blipFill>
        <p:spPr>
          <a:xfrm>
            <a:off x="304800" y="457200"/>
            <a:ext cx="1872479" cy="2193542"/>
          </a:xfrm>
          <a:prstGeom prst="rect">
            <a:avLst/>
          </a:prstGeom>
          <a:noFill/>
          <a:ln>
            <a:noFill/>
          </a:ln>
        </p:spPr>
      </p:pic>
      <p:sp>
        <p:nvSpPr>
          <p:cNvPr id="153" name="Google Shape;153;p9"/>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p>
            <a:pPr indent="0" lvl="0" marL="0" rtl="0" algn="r">
              <a:spcBef>
                <a:spcPts val="0"/>
              </a:spcBef>
              <a:spcAft>
                <a:spcPts val="0"/>
              </a:spcAft>
              <a:buClr>
                <a:schemeClr val="dk1"/>
              </a:buClr>
              <a:buSzPts val="4400"/>
              <a:buFont typeface="Arial"/>
              <a:buNone/>
            </a:pPr>
            <a:r>
              <a:rPr lang="en-US">
                <a:latin typeface="Arial"/>
                <a:ea typeface="Arial"/>
                <a:cs typeface="Arial"/>
                <a:sym typeface="Arial"/>
              </a:rPr>
              <a:t>Testimony</a:t>
            </a:r>
            <a:endParaRPr/>
          </a:p>
        </p:txBody>
      </p:sp>
      <p:sp>
        <p:nvSpPr>
          <p:cNvPr id="154" name="Google Shape;154;p9"/>
          <p:cNvSpPr/>
          <p:nvPr/>
        </p:nvSpPr>
        <p:spPr>
          <a:xfrm flipH="1" rot="-5400000">
            <a:off x="3810000" y="-685800"/>
            <a:ext cx="1447800" cy="8001000"/>
          </a:xfrm>
          <a:prstGeom prst="rect">
            <a:avLst/>
          </a:prstGeom>
          <a:gradFill>
            <a:gsLst>
              <a:gs pos="0">
                <a:srgbClr val="547D28"/>
              </a:gs>
              <a:gs pos="50000">
                <a:srgbClr val="7AB539"/>
              </a:gs>
              <a:gs pos="100000">
                <a:srgbClr val="92D946"/>
              </a:gs>
            </a:gsLst>
            <a:lin ang="8100000" scaled="0"/>
          </a:gradFill>
          <a:ln cap="flat" cmpd="sng" w="25400">
            <a:solidFill>
              <a:srgbClr val="92D05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55" name="Google Shape;155;p9"/>
          <p:cNvSpPr/>
          <p:nvPr/>
        </p:nvSpPr>
        <p:spPr>
          <a:xfrm flipH="1">
            <a:off x="0" y="6629400"/>
            <a:ext cx="9144000" cy="228600"/>
          </a:xfrm>
          <a:prstGeom prst="rect">
            <a:avLst/>
          </a:prstGeom>
          <a:solidFill>
            <a:schemeClr val="dk1"/>
          </a:solidFill>
          <a:ln cap="flat" cmpd="sng" w="25400">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56" name="Google Shape;156;p9"/>
          <p:cNvSpPr txBox="1"/>
          <p:nvPr>
            <p:ph idx="1" type="body"/>
          </p:nvPr>
        </p:nvSpPr>
        <p:spPr>
          <a:xfrm>
            <a:off x="533400" y="2667001"/>
            <a:ext cx="8001000" cy="838200"/>
          </a:xfrm>
          <a:prstGeom prst="rect">
            <a:avLst/>
          </a:prstGeom>
          <a:noFill/>
          <a:ln>
            <a:noFill/>
          </a:ln>
        </p:spPr>
        <p:txBody>
          <a:bodyPr anchorCtr="0" anchor="ctr" bIns="45700" lIns="91425" spcFirstLastPara="1" rIns="91425" wrap="square" tIns="45700">
            <a:normAutofit/>
          </a:bodyPr>
          <a:lstStyle/>
          <a:p>
            <a:pPr indent="0" lvl="0" marL="0" rtl="0" algn="l">
              <a:spcBef>
                <a:spcPts val="0"/>
              </a:spcBef>
              <a:spcAft>
                <a:spcPts val="0"/>
              </a:spcAft>
              <a:buClr>
                <a:schemeClr val="dk1"/>
              </a:buClr>
              <a:buSzPts val="1800"/>
              <a:buNone/>
            </a:pPr>
            <a:r>
              <a:rPr lang="en-US" sz="1800">
                <a:solidFill>
                  <a:schemeClr val="dk1"/>
                </a:solidFill>
                <a:latin typeface="Constantia"/>
                <a:ea typeface="Constantia"/>
                <a:cs typeface="Constantia"/>
                <a:sym typeface="Constantia"/>
              </a:rPr>
              <a:t>“Reece’s sales training has been everything I could have hoped for, and more.”</a:t>
            </a:r>
            <a:endParaRPr sz="1800">
              <a:solidFill>
                <a:schemeClr val="dk1"/>
              </a:solidFill>
              <a:latin typeface="Constantia"/>
              <a:ea typeface="Constantia"/>
              <a:cs typeface="Constantia"/>
              <a:sym typeface="Constantia"/>
            </a:endParaRPr>
          </a:p>
        </p:txBody>
      </p:sp>
      <p:sp>
        <p:nvSpPr>
          <p:cNvPr id="157" name="Google Shape;157;p9">
            <a:hlinkClick action="ppaction://hlinksldjump" r:id="rId4"/>
          </p:cNvPr>
          <p:cNvSpPr txBox="1"/>
          <p:nvPr/>
        </p:nvSpPr>
        <p:spPr>
          <a:xfrm>
            <a:off x="8446745" y="6531830"/>
            <a:ext cx="659155" cy="307777"/>
          </a:xfrm>
          <a:prstGeom prst="rect">
            <a:avLst/>
          </a:prstGeom>
          <a:solidFill>
            <a:srgbClr val="D8D8D8"/>
          </a:solidFill>
          <a:ln cap="flat" cmpd="sng" w="9525">
            <a:solidFill>
              <a:srgbClr val="A5A5A5"/>
            </a:solidFill>
            <a:prstDash val="solid"/>
            <a:round/>
            <a:headEnd len="sm" w="sm" type="none"/>
            <a:tailEnd len="sm" w="sm" type="none"/>
          </a:ln>
        </p:spPr>
        <p:txBody>
          <a:bodyPr anchorCtr="0" anchor="t" bIns="45700" lIns="91425" spcFirstLastPara="1" rIns="91425" wrap="square" tIns="45700">
            <a:spAutoFit/>
          </a:bodyPr>
          <a:lstStyle/>
          <a:p>
            <a:pPr indent="0" lvl="0" marL="0" marR="0" rtl="0" algn="l">
              <a:spcBef>
                <a:spcPts val="0"/>
              </a:spcBef>
              <a:spcAft>
                <a:spcPts val="0"/>
              </a:spcAft>
              <a:buNone/>
            </a:pPr>
            <a:r>
              <a:rPr lang="en-US" sz="1400">
                <a:solidFill>
                  <a:srgbClr val="FF0000"/>
                </a:solidFill>
                <a:latin typeface="Calibri"/>
                <a:ea typeface="Calibri"/>
                <a:cs typeface="Calibri"/>
                <a:sym typeface="Calibri"/>
              </a:rPr>
              <a:t>Model</a:t>
            </a:r>
            <a:endParaRPr sz="1400">
              <a:solidFill>
                <a:srgbClr val="FF0000"/>
              </a:solidFill>
              <a:latin typeface="Calibri"/>
              <a:ea typeface="Calibri"/>
              <a:cs typeface="Calibri"/>
              <a:sym typeface="Calibri"/>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1" name="Shape 161"/>
        <p:cNvGrpSpPr/>
        <p:nvPr/>
      </p:nvGrpSpPr>
      <p:grpSpPr>
        <a:xfrm>
          <a:off x="0" y="0"/>
          <a:ext cx="0" cy="0"/>
          <a:chOff x="0" y="0"/>
          <a:chExt cx="0" cy="0"/>
        </a:xfrm>
      </p:grpSpPr>
      <p:sp>
        <p:nvSpPr>
          <p:cNvPr id="162" name="Google Shape;162;p10"/>
          <p:cNvSpPr/>
          <p:nvPr/>
        </p:nvSpPr>
        <p:spPr>
          <a:xfrm>
            <a:off x="1815548" y="1442154"/>
            <a:ext cx="5499652" cy="4267200"/>
          </a:xfrm>
          <a:prstGeom prst="rect">
            <a:avLst/>
          </a:prstGeom>
          <a:gradFill>
            <a:gsLst>
              <a:gs pos="0">
                <a:srgbClr val="547D28"/>
              </a:gs>
              <a:gs pos="50000">
                <a:srgbClr val="7AB539"/>
              </a:gs>
              <a:gs pos="100000">
                <a:srgbClr val="92D946"/>
              </a:gs>
            </a:gsLst>
            <a:lin ang="8100000" scaled="0"/>
          </a:gradFill>
          <a:ln cap="flat" cmpd="sng" w="25400">
            <a:solidFill>
              <a:srgbClr val="92D05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ctr">
              <a:spcBef>
                <a:spcPts val="0"/>
              </a:spcBef>
              <a:spcAft>
                <a:spcPts val="0"/>
              </a:spcAft>
              <a:buNone/>
            </a:pPr>
            <a:r>
              <a:rPr lang="en-US" sz="3200">
                <a:solidFill>
                  <a:schemeClr val="dk1"/>
                </a:solidFill>
                <a:latin typeface="Constantia"/>
                <a:ea typeface="Constantia"/>
                <a:cs typeface="Constantia"/>
                <a:sym typeface="Constantia"/>
              </a:rPr>
              <a:t>October 2015     October 2016</a:t>
            </a:r>
            <a:endParaRPr/>
          </a:p>
        </p:txBody>
      </p:sp>
      <p:sp>
        <p:nvSpPr>
          <p:cNvPr id="163" name="Google Shape;163;p10"/>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p>
            <a:pPr indent="0" lvl="0" marL="0" rtl="0" algn="r">
              <a:spcBef>
                <a:spcPts val="0"/>
              </a:spcBef>
              <a:spcAft>
                <a:spcPts val="0"/>
              </a:spcAft>
              <a:buClr>
                <a:schemeClr val="dk1"/>
              </a:buClr>
              <a:buSzPts val="4400"/>
              <a:buFont typeface="Arial"/>
              <a:buNone/>
            </a:pPr>
            <a:r>
              <a:rPr lang="en-US">
                <a:latin typeface="Arial"/>
                <a:ea typeface="Arial"/>
                <a:cs typeface="Arial"/>
                <a:sym typeface="Arial"/>
              </a:rPr>
              <a:t>Closing Ratios: FOS</a:t>
            </a:r>
            <a:endParaRPr>
              <a:latin typeface="Arial"/>
              <a:ea typeface="Arial"/>
              <a:cs typeface="Arial"/>
              <a:sym typeface="Arial"/>
            </a:endParaRPr>
          </a:p>
        </p:txBody>
      </p:sp>
      <p:sp>
        <p:nvSpPr>
          <p:cNvPr id="164" name="Google Shape;164;p10"/>
          <p:cNvSpPr/>
          <p:nvPr/>
        </p:nvSpPr>
        <p:spPr>
          <a:xfrm>
            <a:off x="1828800" y="2362200"/>
            <a:ext cx="5486400" cy="3970006"/>
          </a:xfrm>
          <a:prstGeom prst="rect">
            <a:avLst/>
          </a:prstGeom>
          <a:solidFill>
            <a:schemeClr val="lt1"/>
          </a:solidFill>
          <a:ln cap="flat" cmpd="sng" w="25400">
            <a:solidFill>
              <a:schemeClr val="accent6"/>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2400">
              <a:solidFill>
                <a:schemeClr val="dk1"/>
              </a:solidFill>
              <a:latin typeface="Calibri"/>
              <a:ea typeface="Calibri"/>
              <a:cs typeface="Calibri"/>
              <a:sym typeface="Calibri"/>
            </a:endParaRPr>
          </a:p>
        </p:txBody>
      </p:sp>
      <p:sp>
        <p:nvSpPr>
          <p:cNvPr id="165" name="Google Shape;165;p10"/>
          <p:cNvSpPr/>
          <p:nvPr/>
        </p:nvSpPr>
        <p:spPr>
          <a:xfrm>
            <a:off x="4565374" y="2127954"/>
            <a:ext cx="2749826" cy="3104322"/>
          </a:xfrm>
          <a:prstGeom prst="rect">
            <a:avLst/>
          </a:prstGeom>
          <a:solidFill>
            <a:schemeClr val="lt1"/>
          </a:solidFill>
          <a:ln cap="flat" cmpd="sng" w="25400">
            <a:solidFill>
              <a:schemeClr val="accent6"/>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rPr lang="en-US" sz="2400">
                <a:solidFill>
                  <a:schemeClr val="dk1"/>
                </a:solidFill>
                <a:latin typeface="Constantia"/>
                <a:ea typeface="Constantia"/>
                <a:cs typeface="Constantia"/>
                <a:sym typeface="Constantia"/>
              </a:rPr>
              <a:t>“Credited”</a:t>
            </a:r>
            <a:endParaRPr sz="2400">
              <a:solidFill>
                <a:schemeClr val="dk1"/>
              </a:solidFill>
              <a:latin typeface="Constantia"/>
              <a:ea typeface="Constantia"/>
              <a:cs typeface="Constantia"/>
              <a:sym typeface="Constantia"/>
            </a:endParaRPr>
          </a:p>
          <a:p>
            <a:pPr indent="0" lvl="0" marL="0" marR="0" rtl="0" algn="l">
              <a:spcBef>
                <a:spcPts val="0"/>
              </a:spcBef>
              <a:spcAft>
                <a:spcPts val="0"/>
              </a:spcAft>
              <a:buNone/>
            </a:pPr>
            <a:r>
              <a:rPr b="1" lang="en-US" sz="2400">
                <a:solidFill>
                  <a:schemeClr val="dk1"/>
                </a:solidFill>
                <a:latin typeface="Constantia"/>
                <a:ea typeface="Constantia"/>
                <a:cs typeface="Constantia"/>
                <a:sym typeface="Constantia"/>
              </a:rPr>
              <a:t>Closing Ratio</a:t>
            </a:r>
            <a:r>
              <a:rPr lang="en-US" sz="2400">
                <a:solidFill>
                  <a:schemeClr val="dk1"/>
                </a:solidFill>
                <a:latin typeface="Constantia"/>
                <a:ea typeface="Constantia"/>
                <a:cs typeface="Constantia"/>
                <a:sym typeface="Constantia"/>
              </a:rPr>
              <a:t>:</a:t>
            </a:r>
            <a:endParaRPr/>
          </a:p>
          <a:p>
            <a:pPr indent="0" lvl="0" marL="0" marR="0" rtl="0" algn="l">
              <a:spcBef>
                <a:spcPts val="0"/>
              </a:spcBef>
              <a:spcAft>
                <a:spcPts val="0"/>
              </a:spcAft>
              <a:buNone/>
            </a:pPr>
            <a:r>
              <a:rPr lang="en-US" sz="2400">
                <a:solidFill>
                  <a:schemeClr val="dk1"/>
                </a:solidFill>
                <a:latin typeface="Constantia"/>
                <a:ea typeface="Constantia"/>
                <a:cs typeface="Constantia"/>
                <a:sym typeface="Constantia"/>
              </a:rPr>
              <a:t> 3.89%</a:t>
            </a:r>
            <a:endParaRPr sz="2400">
              <a:solidFill>
                <a:schemeClr val="dk1"/>
              </a:solidFill>
              <a:latin typeface="Constantia"/>
              <a:ea typeface="Constantia"/>
              <a:cs typeface="Constantia"/>
              <a:sym typeface="Constantia"/>
            </a:endParaRPr>
          </a:p>
        </p:txBody>
      </p:sp>
      <p:sp>
        <p:nvSpPr>
          <p:cNvPr id="166" name="Google Shape;166;p10"/>
          <p:cNvSpPr/>
          <p:nvPr/>
        </p:nvSpPr>
        <p:spPr>
          <a:xfrm>
            <a:off x="1815548" y="2127954"/>
            <a:ext cx="2749826" cy="3104322"/>
          </a:xfrm>
          <a:prstGeom prst="rect">
            <a:avLst/>
          </a:prstGeom>
          <a:solidFill>
            <a:schemeClr val="lt1"/>
          </a:solidFill>
          <a:ln cap="flat" cmpd="sng" w="25400">
            <a:solidFill>
              <a:schemeClr val="accent6"/>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rPr lang="en-US" sz="2400">
                <a:solidFill>
                  <a:schemeClr val="dk1"/>
                </a:solidFill>
                <a:latin typeface="Constantia"/>
                <a:ea typeface="Constantia"/>
                <a:cs typeface="Constantia"/>
                <a:sym typeface="Constantia"/>
              </a:rPr>
              <a:t>“Activity”</a:t>
            </a:r>
            <a:endParaRPr/>
          </a:p>
          <a:p>
            <a:pPr indent="0" lvl="0" marL="0" marR="0" rtl="0" algn="l">
              <a:spcBef>
                <a:spcPts val="0"/>
              </a:spcBef>
              <a:spcAft>
                <a:spcPts val="0"/>
              </a:spcAft>
              <a:buNone/>
            </a:pPr>
            <a:r>
              <a:rPr b="1" lang="en-US" sz="2400">
                <a:solidFill>
                  <a:schemeClr val="dk1"/>
                </a:solidFill>
                <a:latin typeface="Constantia"/>
                <a:ea typeface="Constantia"/>
                <a:cs typeface="Constantia"/>
                <a:sym typeface="Constantia"/>
              </a:rPr>
              <a:t>Closing Ratio:</a:t>
            </a:r>
            <a:endParaRPr/>
          </a:p>
          <a:p>
            <a:pPr indent="0" lvl="0" marL="0" marR="0" rtl="0" algn="l">
              <a:spcBef>
                <a:spcPts val="0"/>
              </a:spcBef>
              <a:spcAft>
                <a:spcPts val="0"/>
              </a:spcAft>
              <a:buNone/>
            </a:pPr>
            <a:r>
              <a:rPr lang="en-US" sz="2400">
                <a:solidFill>
                  <a:schemeClr val="dk1"/>
                </a:solidFill>
                <a:latin typeface="Constantia"/>
                <a:ea typeface="Constantia"/>
                <a:cs typeface="Constantia"/>
                <a:sym typeface="Constantia"/>
              </a:rPr>
              <a:t>1.24%</a:t>
            </a:r>
            <a:endParaRPr sz="2400">
              <a:solidFill>
                <a:schemeClr val="dk1"/>
              </a:solidFill>
              <a:latin typeface="Constantia"/>
              <a:ea typeface="Constantia"/>
              <a:cs typeface="Constantia"/>
              <a:sym typeface="Constantia"/>
            </a:endParaRPr>
          </a:p>
        </p:txBody>
      </p:sp>
      <p:sp>
        <p:nvSpPr>
          <p:cNvPr id="167" name="Google Shape;167;p10"/>
          <p:cNvSpPr/>
          <p:nvPr/>
        </p:nvSpPr>
        <p:spPr>
          <a:xfrm>
            <a:off x="1815548" y="5232276"/>
            <a:ext cx="5499652" cy="1099930"/>
          </a:xfrm>
          <a:prstGeom prst="rect">
            <a:avLst/>
          </a:prstGeom>
          <a:solidFill>
            <a:schemeClr val="lt1"/>
          </a:solidFill>
          <a:ln cap="flat" cmpd="sng" w="25400">
            <a:solidFill>
              <a:schemeClr val="accent3"/>
            </a:solidFill>
            <a:prstDash val="solid"/>
            <a:round/>
            <a:headEnd len="sm" w="sm" type="none"/>
            <a:tailEnd len="sm" w="sm" type="none"/>
          </a:ln>
        </p:spPr>
        <p:txBody>
          <a:bodyPr anchorCtr="0" anchor="t" bIns="45700" lIns="91425" spcFirstLastPara="1" rIns="91425" wrap="square" tIns="45700">
            <a:noAutofit/>
          </a:bodyPr>
          <a:lstStyle/>
          <a:p>
            <a:pPr indent="0" lvl="0" marL="0" marR="0" rtl="0" algn="ctr">
              <a:spcBef>
                <a:spcPts val="0"/>
              </a:spcBef>
              <a:spcAft>
                <a:spcPts val="0"/>
              </a:spcAft>
              <a:buNone/>
            </a:pPr>
            <a:r>
              <a:rPr b="1" lang="en-US" sz="2800">
                <a:solidFill>
                  <a:schemeClr val="dk1"/>
                </a:solidFill>
                <a:latin typeface="Constantia"/>
                <a:ea typeface="Constantia"/>
                <a:cs typeface="Constantia"/>
                <a:sym typeface="Constantia"/>
              </a:rPr>
              <a:t>Increase:</a:t>
            </a:r>
            <a:endParaRPr/>
          </a:p>
          <a:p>
            <a:pPr indent="0" lvl="0" marL="0" marR="0" rtl="0" algn="ctr">
              <a:spcBef>
                <a:spcPts val="0"/>
              </a:spcBef>
              <a:spcAft>
                <a:spcPts val="0"/>
              </a:spcAft>
              <a:buNone/>
            </a:pPr>
            <a:r>
              <a:rPr lang="en-US" sz="2800">
                <a:solidFill>
                  <a:schemeClr val="dk1"/>
                </a:solidFill>
                <a:latin typeface="Constantia"/>
                <a:ea typeface="Constantia"/>
                <a:cs typeface="Constantia"/>
                <a:sym typeface="Constantia"/>
              </a:rPr>
              <a:t>213.71%</a:t>
            </a:r>
            <a:endParaRPr sz="2800">
              <a:solidFill>
                <a:schemeClr val="dk1"/>
              </a:solidFill>
              <a:latin typeface="Constantia"/>
              <a:ea typeface="Constantia"/>
              <a:cs typeface="Constantia"/>
              <a:sym typeface="Constantia"/>
            </a:endParaRPr>
          </a:p>
        </p:txBody>
      </p:sp>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2017-02-28T00:02:07Z</dcterms:created>
  <dc:creator>Reece Theriot</dc:creator>
</cp:coreProperties>
</file>